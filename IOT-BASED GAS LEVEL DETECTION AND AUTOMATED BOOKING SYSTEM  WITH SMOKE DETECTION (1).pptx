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7" r:id="rId3"/>
    <p:sldId id="258" r:id="rId4"/>
    <p:sldId id="260" r:id="rId5"/>
    <p:sldId id="261" r:id="rId6"/>
    <p:sldId id="262" r:id="rId7"/>
    <p:sldId id="281" r:id="rId8"/>
    <p:sldId id="280" r:id="rId9"/>
    <p:sldId id="266" r:id="rId10"/>
    <p:sldId id="268" r:id="rId11"/>
    <p:sldId id="278" r:id="rId12"/>
    <p:sldId id="269" r:id="rId13"/>
    <p:sldId id="279" r:id="rId14"/>
    <p:sldId id="277" r:id="rId15"/>
    <p:sldId id="263" r:id="rId16"/>
    <p:sldId id="283" r:id="rId17"/>
    <p:sldId id="270" r:id="rId18"/>
    <p:sldId id="276" r:id="rId19"/>
    <p:sldId id="271"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125D67-370E-4ABC-B1BC-FB67ACA689B9}" v="16" dt="2025-04-16T15:27:12.4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3785" autoAdjust="0"/>
  </p:normalViewPr>
  <p:slideViewPr>
    <p:cSldViewPr snapToGrid="0">
      <p:cViewPr varScale="1">
        <p:scale>
          <a:sx n="89" d="100"/>
          <a:sy n="89" d="100"/>
        </p:scale>
        <p:origin x="3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ash atapakala" userId="adc1e7bd605d0019" providerId="LiveId" clId="{19125D67-370E-4ABC-B1BC-FB67ACA689B9}"/>
    <pc:docChg chg="undo custSel addSld delSld modSld">
      <pc:chgData name="vikash atapakala" userId="adc1e7bd605d0019" providerId="LiveId" clId="{19125D67-370E-4ABC-B1BC-FB67ACA689B9}" dt="2025-04-16T15:27:12.430" v="1364"/>
      <pc:docMkLst>
        <pc:docMk/>
      </pc:docMkLst>
      <pc:sldChg chg="modSp mod">
        <pc:chgData name="vikash atapakala" userId="adc1e7bd605d0019" providerId="LiveId" clId="{19125D67-370E-4ABC-B1BC-FB67ACA689B9}" dt="2025-04-16T15:20:16.178" v="956" actId="20577"/>
        <pc:sldMkLst>
          <pc:docMk/>
          <pc:sldMk cId="1010252573" sldId="257"/>
        </pc:sldMkLst>
        <pc:spChg chg="mod">
          <ac:chgData name="vikash atapakala" userId="adc1e7bd605d0019" providerId="LiveId" clId="{19125D67-370E-4ABC-B1BC-FB67ACA689B9}" dt="2025-04-16T15:20:16.178" v="956" actId="20577"/>
          <ac:spMkLst>
            <pc:docMk/>
            <pc:sldMk cId="1010252573" sldId="257"/>
            <ac:spMk id="3" creationId="{A3246DCF-46AC-C071-D88A-0E5AB093736C}"/>
          </ac:spMkLst>
        </pc:spChg>
      </pc:sldChg>
      <pc:sldChg chg="modSp mod">
        <pc:chgData name="vikash atapakala" userId="adc1e7bd605d0019" providerId="LiveId" clId="{19125D67-370E-4ABC-B1BC-FB67ACA689B9}" dt="2025-04-16T14:58:31.485" v="622" actId="20577"/>
        <pc:sldMkLst>
          <pc:docMk/>
          <pc:sldMk cId="1752032303" sldId="258"/>
        </pc:sldMkLst>
        <pc:spChg chg="mod">
          <ac:chgData name="vikash atapakala" userId="adc1e7bd605d0019" providerId="LiveId" clId="{19125D67-370E-4ABC-B1BC-FB67ACA689B9}" dt="2025-04-16T14:58:31.485" v="622" actId="20577"/>
          <ac:spMkLst>
            <pc:docMk/>
            <pc:sldMk cId="1752032303" sldId="258"/>
            <ac:spMk id="3" creationId="{A23D51BC-223E-1020-E1A8-2351E04E6DCC}"/>
          </ac:spMkLst>
        </pc:spChg>
      </pc:sldChg>
      <pc:sldChg chg="del">
        <pc:chgData name="vikash atapakala" userId="adc1e7bd605d0019" providerId="LiveId" clId="{19125D67-370E-4ABC-B1BC-FB67ACA689B9}" dt="2025-04-16T15:23:33.154" v="989" actId="47"/>
        <pc:sldMkLst>
          <pc:docMk/>
          <pc:sldMk cId="2829960030" sldId="259"/>
        </pc:sldMkLst>
      </pc:sldChg>
      <pc:sldChg chg="modSp mod">
        <pc:chgData name="vikash atapakala" userId="adc1e7bd605d0019" providerId="LiveId" clId="{19125D67-370E-4ABC-B1BC-FB67ACA689B9}" dt="2025-04-16T15:03:06.973" v="737" actId="20577"/>
        <pc:sldMkLst>
          <pc:docMk/>
          <pc:sldMk cId="3665902007" sldId="262"/>
        </pc:sldMkLst>
        <pc:spChg chg="mod">
          <ac:chgData name="vikash atapakala" userId="adc1e7bd605d0019" providerId="LiveId" clId="{19125D67-370E-4ABC-B1BC-FB67ACA689B9}" dt="2025-04-16T15:03:06.973" v="737" actId="20577"/>
          <ac:spMkLst>
            <pc:docMk/>
            <pc:sldMk cId="3665902007" sldId="262"/>
            <ac:spMk id="3" creationId="{0465BE35-D6D1-769E-9736-419846D5F022}"/>
          </ac:spMkLst>
        </pc:spChg>
      </pc:sldChg>
      <pc:sldChg chg="addSp delSp modSp mod">
        <pc:chgData name="vikash atapakala" userId="adc1e7bd605d0019" providerId="LiveId" clId="{19125D67-370E-4ABC-B1BC-FB67ACA689B9}" dt="2025-04-16T15:13:23.990" v="934" actId="164"/>
        <pc:sldMkLst>
          <pc:docMk/>
          <pc:sldMk cId="238686110" sldId="263"/>
        </pc:sldMkLst>
        <pc:spChg chg="add mod topLvl">
          <ac:chgData name="vikash atapakala" userId="adc1e7bd605d0019" providerId="LiveId" clId="{19125D67-370E-4ABC-B1BC-FB67ACA689B9}" dt="2025-04-16T15:13:23.990" v="934" actId="164"/>
          <ac:spMkLst>
            <pc:docMk/>
            <pc:sldMk cId="238686110" sldId="263"/>
            <ac:spMk id="2" creationId="{2A4628BE-7254-7B92-358D-9E18FABC173D}"/>
          </ac:spMkLst>
        </pc:spChg>
        <pc:spChg chg="add mod topLvl">
          <ac:chgData name="vikash atapakala" userId="adc1e7bd605d0019" providerId="LiveId" clId="{19125D67-370E-4ABC-B1BC-FB67ACA689B9}" dt="2025-04-16T15:13:14.861" v="933" actId="164"/>
          <ac:spMkLst>
            <pc:docMk/>
            <pc:sldMk cId="238686110" sldId="263"/>
            <ac:spMk id="3" creationId="{F7EE0644-7B6E-19FC-B91C-4AF4C2B4C405}"/>
          </ac:spMkLst>
        </pc:spChg>
        <pc:spChg chg="add mod topLvl">
          <ac:chgData name="vikash atapakala" userId="adc1e7bd605d0019" providerId="LiveId" clId="{19125D67-370E-4ABC-B1BC-FB67ACA689B9}" dt="2025-04-16T15:13:14.861" v="933" actId="164"/>
          <ac:spMkLst>
            <pc:docMk/>
            <pc:sldMk cId="238686110" sldId="263"/>
            <ac:spMk id="4" creationId="{AC6DCFF7-0077-F11F-D155-707362FEF948}"/>
          </ac:spMkLst>
        </pc:spChg>
        <pc:spChg chg="add mod topLvl">
          <ac:chgData name="vikash atapakala" userId="adc1e7bd605d0019" providerId="LiveId" clId="{19125D67-370E-4ABC-B1BC-FB67ACA689B9}" dt="2025-04-16T15:13:14.861" v="933" actId="164"/>
          <ac:spMkLst>
            <pc:docMk/>
            <pc:sldMk cId="238686110" sldId="263"/>
            <ac:spMk id="5" creationId="{A0DDD7D3-099C-10F6-2E81-46534590BBF9}"/>
          </ac:spMkLst>
        </pc:spChg>
        <pc:spChg chg="add mod topLvl">
          <ac:chgData name="vikash atapakala" userId="adc1e7bd605d0019" providerId="LiveId" clId="{19125D67-370E-4ABC-B1BC-FB67ACA689B9}" dt="2025-04-16T15:13:14.861" v="933" actId="164"/>
          <ac:spMkLst>
            <pc:docMk/>
            <pc:sldMk cId="238686110" sldId="263"/>
            <ac:spMk id="6" creationId="{ADD4E316-B2D1-2EBE-A984-3A49DBF717EE}"/>
          </ac:spMkLst>
        </pc:spChg>
        <pc:spChg chg="add mod topLvl">
          <ac:chgData name="vikash atapakala" userId="adc1e7bd605d0019" providerId="LiveId" clId="{19125D67-370E-4ABC-B1BC-FB67ACA689B9}" dt="2025-04-16T15:13:14.861" v="933" actId="164"/>
          <ac:spMkLst>
            <pc:docMk/>
            <pc:sldMk cId="238686110" sldId="263"/>
            <ac:spMk id="7" creationId="{D0D09C8D-E9BA-DF85-0A67-D70B2F0F1506}"/>
          </ac:spMkLst>
        </pc:spChg>
        <pc:spChg chg="add mod topLvl">
          <ac:chgData name="vikash atapakala" userId="adc1e7bd605d0019" providerId="LiveId" clId="{19125D67-370E-4ABC-B1BC-FB67ACA689B9}" dt="2025-04-16T15:13:14.861" v="933" actId="164"/>
          <ac:spMkLst>
            <pc:docMk/>
            <pc:sldMk cId="238686110" sldId="263"/>
            <ac:spMk id="8" creationId="{2A3ED67E-39FD-F730-E88C-162BD5F3CDDB}"/>
          </ac:spMkLst>
        </pc:spChg>
        <pc:spChg chg="add mod topLvl">
          <ac:chgData name="vikash atapakala" userId="adc1e7bd605d0019" providerId="LiveId" clId="{19125D67-370E-4ABC-B1BC-FB67ACA689B9}" dt="2025-04-16T15:13:14.861" v="933" actId="164"/>
          <ac:spMkLst>
            <pc:docMk/>
            <pc:sldMk cId="238686110" sldId="263"/>
            <ac:spMk id="10" creationId="{587F562E-2440-D286-0C66-F4410F38EE58}"/>
          </ac:spMkLst>
        </pc:spChg>
        <pc:spChg chg="mod">
          <ac:chgData name="vikash atapakala" userId="adc1e7bd605d0019" providerId="LiveId" clId="{19125D67-370E-4ABC-B1BC-FB67ACA689B9}" dt="2025-04-16T15:13:02.883" v="932" actId="20577"/>
          <ac:spMkLst>
            <pc:docMk/>
            <pc:sldMk cId="238686110" sldId="263"/>
            <ac:spMk id="12" creationId="{491BB673-6117-616D-611D-B7839A946539}"/>
          </ac:spMkLst>
        </pc:spChg>
        <pc:grpChg chg="add del mod topLvl">
          <ac:chgData name="vikash atapakala" userId="adc1e7bd605d0019" providerId="LiveId" clId="{19125D67-370E-4ABC-B1BC-FB67ACA689B9}" dt="2025-04-16T15:12:29" v="896" actId="165"/>
          <ac:grpSpMkLst>
            <pc:docMk/>
            <pc:sldMk cId="238686110" sldId="263"/>
            <ac:grpSpMk id="9" creationId="{5E1ECCB6-34DA-C7C5-47EA-A4C15220760C}"/>
          </ac:grpSpMkLst>
        </pc:grpChg>
        <pc:grpChg chg="add mod">
          <ac:chgData name="vikash atapakala" userId="adc1e7bd605d0019" providerId="LiveId" clId="{19125D67-370E-4ABC-B1BC-FB67ACA689B9}" dt="2025-04-16T15:13:23.990" v="934" actId="164"/>
          <ac:grpSpMkLst>
            <pc:docMk/>
            <pc:sldMk cId="238686110" sldId="263"/>
            <ac:grpSpMk id="13" creationId="{86A8116A-4A37-C4FB-3567-F10D9E3D33CF}"/>
          </ac:grpSpMkLst>
        </pc:grpChg>
        <pc:grpChg chg="add mod">
          <ac:chgData name="vikash atapakala" userId="adc1e7bd605d0019" providerId="LiveId" clId="{19125D67-370E-4ABC-B1BC-FB67ACA689B9}" dt="2025-04-16T15:13:23.990" v="934" actId="164"/>
          <ac:grpSpMkLst>
            <pc:docMk/>
            <pc:sldMk cId="238686110" sldId="263"/>
            <ac:grpSpMk id="16" creationId="{30AE9ADE-3850-8101-847A-7066C296C607}"/>
          </ac:grpSpMkLst>
        </pc:grpChg>
        <pc:grpChg chg="add del mod">
          <ac:chgData name="vikash atapakala" userId="adc1e7bd605d0019" providerId="LiveId" clId="{19125D67-370E-4ABC-B1BC-FB67ACA689B9}" dt="2025-04-16T15:12:21.982" v="895" actId="165"/>
          <ac:grpSpMkLst>
            <pc:docMk/>
            <pc:sldMk cId="238686110" sldId="263"/>
            <ac:grpSpMk id="19" creationId="{C164F490-5C95-C5F9-1790-1934B2F8B24C}"/>
          </ac:grpSpMkLst>
        </pc:grpChg>
        <pc:cxnChg chg="add mod">
          <ac:chgData name="vikash atapakala" userId="adc1e7bd605d0019" providerId="LiveId" clId="{19125D67-370E-4ABC-B1BC-FB67ACA689B9}" dt="2025-04-01T07:01:44.387" v="331" actId="164"/>
          <ac:cxnSpMkLst>
            <pc:docMk/>
            <pc:sldMk cId="238686110" sldId="263"/>
            <ac:cxnSpMk id="11" creationId="{2585D6EC-89D1-1ECE-6CBE-6DFC56D834AC}"/>
          </ac:cxnSpMkLst>
        </pc:cxnChg>
        <pc:cxnChg chg="add mod">
          <ac:chgData name="vikash atapakala" userId="adc1e7bd605d0019" providerId="LiveId" clId="{19125D67-370E-4ABC-B1BC-FB67ACA689B9}" dt="2025-04-01T07:03:54.083" v="363" actId="164"/>
          <ac:cxnSpMkLst>
            <pc:docMk/>
            <pc:sldMk cId="238686110" sldId="263"/>
            <ac:cxnSpMk id="14" creationId="{0AD1AB62-13CF-922E-52A3-808D65FD7936}"/>
          </ac:cxnSpMkLst>
        </pc:cxnChg>
        <pc:cxnChg chg="add mod topLvl">
          <ac:chgData name="vikash atapakala" userId="adc1e7bd605d0019" providerId="LiveId" clId="{19125D67-370E-4ABC-B1BC-FB67ACA689B9}" dt="2025-04-16T15:13:14.861" v="933" actId="164"/>
          <ac:cxnSpMkLst>
            <pc:docMk/>
            <pc:sldMk cId="238686110" sldId="263"/>
            <ac:cxnSpMk id="15" creationId="{D12BD283-C992-2312-526C-F34B77D5CC7D}"/>
          </ac:cxnSpMkLst>
        </pc:cxnChg>
        <pc:cxnChg chg="add mod">
          <ac:chgData name="vikash atapakala" userId="adc1e7bd605d0019" providerId="LiveId" clId="{19125D67-370E-4ABC-B1BC-FB67ACA689B9}" dt="2025-03-30T06:31:50.970" v="296" actId="1076"/>
          <ac:cxnSpMkLst>
            <pc:docMk/>
            <pc:sldMk cId="238686110" sldId="263"/>
            <ac:cxnSpMk id="18" creationId="{00A218C2-3412-B5EE-DB11-845D78EF0189}"/>
          </ac:cxnSpMkLst>
        </pc:cxnChg>
        <pc:cxnChg chg="add del mod">
          <ac:chgData name="vikash atapakala" userId="adc1e7bd605d0019" providerId="LiveId" clId="{19125D67-370E-4ABC-B1BC-FB67ACA689B9}" dt="2025-04-16T15:12:36.614" v="897" actId="478"/>
          <ac:cxnSpMkLst>
            <pc:docMk/>
            <pc:sldMk cId="238686110" sldId="263"/>
            <ac:cxnSpMk id="22" creationId="{C53EA0B9-7FF3-8B5B-9E12-7B99E39AC059}"/>
          </ac:cxnSpMkLst>
        </pc:cxnChg>
        <pc:cxnChg chg="add">
          <ac:chgData name="vikash atapakala" userId="adc1e7bd605d0019" providerId="LiveId" clId="{19125D67-370E-4ABC-B1BC-FB67ACA689B9}" dt="2025-03-30T06:32:32.240" v="300" actId="11529"/>
          <ac:cxnSpMkLst>
            <pc:docMk/>
            <pc:sldMk cId="238686110" sldId="263"/>
            <ac:cxnSpMk id="24" creationId="{327CCAFB-A7E1-9A8B-DE35-D4530B1A921F}"/>
          </ac:cxnSpMkLst>
        </pc:cxnChg>
        <pc:cxnChg chg="add mod topLvl">
          <ac:chgData name="vikash atapakala" userId="adc1e7bd605d0019" providerId="LiveId" clId="{19125D67-370E-4ABC-B1BC-FB67ACA689B9}" dt="2025-04-16T15:13:14.861" v="933" actId="164"/>
          <ac:cxnSpMkLst>
            <pc:docMk/>
            <pc:sldMk cId="238686110" sldId="263"/>
            <ac:cxnSpMk id="29" creationId="{08F7231F-D56D-66AE-D71D-23A5C2B2DD96}"/>
          </ac:cxnSpMkLst>
        </pc:cxnChg>
        <pc:cxnChg chg="add mod">
          <ac:chgData name="vikash atapakala" userId="adc1e7bd605d0019" providerId="LiveId" clId="{19125D67-370E-4ABC-B1BC-FB67ACA689B9}" dt="2025-03-30T06:35:28.120" v="322" actId="14100"/>
          <ac:cxnSpMkLst>
            <pc:docMk/>
            <pc:sldMk cId="238686110" sldId="263"/>
            <ac:cxnSpMk id="42" creationId="{8D9AC4A0-A0EB-36D3-C84B-741723215CB3}"/>
          </ac:cxnSpMkLst>
        </pc:cxnChg>
        <pc:cxnChg chg="add mod">
          <ac:chgData name="vikash atapakala" userId="adc1e7bd605d0019" providerId="LiveId" clId="{19125D67-370E-4ABC-B1BC-FB67ACA689B9}" dt="2025-03-30T06:35:44.289" v="324" actId="14100"/>
          <ac:cxnSpMkLst>
            <pc:docMk/>
            <pc:sldMk cId="238686110" sldId="263"/>
            <ac:cxnSpMk id="49" creationId="{C71D83B6-DD67-1D02-1AD7-649DE95EAD77}"/>
          </ac:cxnSpMkLst>
        </pc:cxnChg>
        <pc:cxnChg chg="add">
          <ac:chgData name="vikash atapakala" userId="adc1e7bd605d0019" providerId="LiveId" clId="{19125D67-370E-4ABC-B1BC-FB67ACA689B9}" dt="2025-03-30T06:36:00.445" v="325" actId="11529"/>
          <ac:cxnSpMkLst>
            <pc:docMk/>
            <pc:sldMk cId="238686110" sldId="263"/>
            <ac:cxnSpMk id="52" creationId="{A0371869-EEC5-11A1-F4AC-7E52AE1EAA64}"/>
          </ac:cxnSpMkLst>
        </pc:cxnChg>
      </pc:sldChg>
      <pc:sldChg chg="addSp delSp modSp del mod">
        <pc:chgData name="vikash atapakala" userId="adc1e7bd605d0019" providerId="LiveId" clId="{19125D67-370E-4ABC-B1BC-FB67ACA689B9}" dt="2025-04-16T15:11:21.673" v="894" actId="47"/>
        <pc:sldMkLst>
          <pc:docMk/>
          <pc:sldMk cId="3948704661" sldId="264"/>
        </pc:sldMkLst>
        <pc:spChg chg="add mod">
          <ac:chgData name="vikash atapakala" userId="adc1e7bd605d0019" providerId="LiveId" clId="{19125D67-370E-4ABC-B1BC-FB67ACA689B9}" dt="2025-04-16T15:10:04.842" v="865" actId="207"/>
          <ac:spMkLst>
            <pc:docMk/>
            <pc:sldMk cId="3948704661" sldId="264"/>
            <ac:spMk id="4" creationId="{1E418F00-F49F-D45E-FA76-D20E4F666020}"/>
          </ac:spMkLst>
        </pc:spChg>
        <pc:spChg chg="del">
          <ac:chgData name="vikash atapakala" userId="adc1e7bd605d0019" providerId="LiveId" clId="{19125D67-370E-4ABC-B1BC-FB67ACA689B9}" dt="2025-04-16T15:03:23.825" v="738" actId="21"/>
          <ac:spMkLst>
            <pc:docMk/>
            <pc:sldMk cId="3948704661" sldId="264"/>
            <ac:spMk id="6" creationId="{372940DD-B077-EA57-055D-F5DE8386E450}"/>
          </ac:spMkLst>
        </pc:spChg>
        <pc:spChg chg="mod">
          <ac:chgData name="vikash atapakala" userId="adc1e7bd605d0019" providerId="LiveId" clId="{19125D67-370E-4ABC-B1BC-FB67ACA689B9}" dt="2025-04-16T15:08:18.264" v="857" actId="164"/>
          <ac:spMkLst>
            <pc:docMk/>
            <pc:sldMk cId="3948704661" sldId="264"/>
            <ac:spMk id="7" creationId="{B66DBE6E-1D93-6729-0EA2-A709E1BB3733}"/>
          </ac:spMkLst>
        </pc:spChg>
        <pc:spChg chg="mod">
          <ac:chgData name="vikash atapakala" userId="adc1e7bd605d0019" providerId="LiveId" clId="{19125D67-370E-4ABC-B1BC-FB67ACA689B9}" dt="2025-04-16T15:08:18.264" v="857" actId="164"/>
          <ac:spMkLst>
            <pc:docMk/>
            <pc:sldMk cId="3948704661" sldId="264"/>
            <ac:spMk id="8" creationId="{65D9C0C9-42C1-CEBE-7E38-202445C8DE5A}"/>
          </ac:spMkLst>
        </pc:spChg>
        <pc:spChg chg="mod">
          <ac:chgData name="vikash atapakala" userId="adc1e7bd605d0019" providerId="LiveId" clId="{19125D67-370E-4ABC-B1BC-FB67ACA689B9}" dt="2025-04-16T15:08:18.264" v="857" actId="164"/>
          <ac:spMkLst>
            <pc:docMk/>
            <pc:sldMk cId="3948704661" sldId="264"/>
            <ac:spMk id="12" creationId="{C181330C-AFDF-11FF-B49B-50C0F0938770}"/>
          </ac:spMkLst>
        </pc:spChg>
        <pc:spChg chg="mod">
          <ac:chgData name="vikash atapakala" userId="adc1e7bd605d0019" providerId="LiveId" clId="{19125D67-370E-4ABC-B1BC-FB67ACA689B9}" dt="2025-04-16T15:08:18.264" v="857" actId="164"/>
          <ac:spMkLst>
            <pc:docMk/>
            <pc:sldMk cId="3948704661" sldId="264"/>
            <ac:spMk id="13" creationId="{BC4341D5-9682-7E0C-423C-D87D806590F3}"/>
          </ac:spMkLst>
        </pc:spChg>
        <pc:spChg chg="mod">
          <ac:chgData name="vikash atapakala" userId="adc1e7bd605d0019" providerId="LiveId" clId="{19125D67-370E-4ABC-B1BC-FB67ACA689B9}" dt="2025-04-16T15:08:18.264" v="857" actId="164"/>
          <ac:spMkLst>
            <pc:docMk/>
            <pc:sldMk cId="3948704661" sldId="264"/>
            <ac:spMk id="14" creationId="{574A89A0-C73A-5A6D-7599-9E26221A55F8}"/>
          </ac:spMkLst>
        </pc:spChg>
        <pc:spChg chg="mod">
          <ac:chgData name="vikash atapakala" userId="adc1e7bd605d0019" providerId="LiveId" clId="{19125D67-370E-4ABC-B1BC-FB67ACA689B9}" dt="2025-04-16T15:08:18.264" v="857" actId="164"/>
          <ac:spMkLst>
            <pc:docMk/>
            <pc:sldMk cId="3948704661" sldId="264"/>
            <ac:spMk id="15" creationId="{4498D5A7-1CED-56BF-783E-1184707CA2B5}"/>
          </ac:spMkLst>
        </pc:spChg>
        <pc:spChg chg="mod">
          <ac:chgData name="vikash atapakala" userId="adc1e7bd605d0019" providerId="LiveId" clId="{19125D67-370E-4ABC-B1BC-FB67ACA689B9}" dt="2025-04-16T15:08:18.264" v="857" actId="164"/>
          <ac:spMkLst>
            <pc:docMk/>
            <pc:sldMk cId="3948704661" sldId="264"/>
            <ac:spMk id="30" creationId="{55FEF57C-D72A-E0B2-44B5-D6769A5FBC89}"/>
          </ac:spMkLst>
        </pc:spChg>
        <pc:spChg chg="mod">
          <ac:chgData name="vikash atapakala" userId="adc1e7bd605d0019" providerId="LiveId" clId="{19125D67-370E-4ABC-B1BC-FB67ACA689B9}" dt="2025-04-16T15:08:18.264" v="857" actId="164"/>
          <ac:spMkLst>
            <pc:docMk/>
            <pc:sldMk cId="3948704661" sldId="264"/>
            <ac:spMk id="31" creationId="{E317FD7E-71D9-714A-E73B-92ACB7056CC6}"/>
          </ac:spMkLst>
        </pc:spChg>
        <pc:spChg chg="mod">
          <ac:chgData name="vikash atapakala" userId="adc1e7bd605d0019" providerId="LiveId" clId="{19125D67-370E-4ABC-B1BC-FB67ACA689B9}" dt="2025-04-16T15:08:18.264" v="857" actId="164"/>
          <ac:spMkLst>
            <pc:docMk/>
            <pc:sldMk cId="3948704661" sldId="264"/>
            <ac:spMk id="32" creationId="{1601726A-DC1D-61D3-47C5-2352615B6456}"/>
          </ac:spMkLst>
        </pc:spChg>
        <pc:grpChg chg="add mod">
          <ac:chgData name="vikash atapakala" userId="adc1e7bd605d0019" providerId="LiveId" clId="{19125D67-370E-4ABC-B1BC-FB67ACA689B9}" dt="2025-04-16T15:09:43.165" v="861" actId="1076"/>
          <ac:grpSpMkLst>
            <pc:docMk/>
            <pc:sldMk cId="3948704661" sldId="264"/>
            <ac:grpSpMk id="5" creationId="{C7B017C4-ADE6-5CF3-A4AB-34222D6A1D3D}"/>
          </ac:grpSpMkLst>
        </pc:grpChg>
      </pc:sldChg>
      <pc:sldChg chg="addSp delSp modSp mod">
        <pc:chgData name="vikash atapakala" userId="adc1e7bd605d0019" providerId="LiveId" clId="{19125D67-370E-4ABC-B1BC-FB67ACA689B9}" dt="2025-04-03T13:39:01.201" v="460" actId="1076"/>
        <pc:sldMkLst>
          <pc:docMk/>
          <pc:sldMk cId="4130408473" sldId="270"/>
        </pc:sldMkLst>
        <pc:spChg chg="add mod">
          <ac:chgData name="vikash atapakala" userId="adc1e7bd605d0019" providerId="LiveId" clId="{19125D67-370E-4ABC-B1BC-FB67ACA689B9}" dt="2025-04-03T13:39:01.201" v="460" actId="1076"/>
          <ac:spMkLst>
            <pc:docMk/>
            <pc:sldMk cId="4130408473" sldId="270"/>
            <ac:spMk id="5" creationId="{B41D680D-F761-9C4E-3A07-55527D05C93C}"/>
          </ac:spMkLst>
        </pc:spChg>
        <pc:picChg chg="add mod">
          <ac:chgData name="vikash atapakala" userId="adc1e7bd605d0019" providerId="LiveId" clId="{19125D67-370E-4ABC-B1BC-FB67ACA689B9}" dt="2025-04-03T13:38:27.481" v="441" actId="688"/>
          <ac:picMkLst>
            <pc:docMk/>
            <pc:sldMk cId="4130408473" sldId="270"/>
            <ac:picMk id="3" creationId="{4103F344-6427-2B9B-0F0E-0E96B303FBB1}"/>
          </ac:picMkLst>
        </pc:picChg>
      </pc:sldChg>
      <pc:sldChg chg="modSp mod">
        <pc:chgData name="vikash atapakala" userId="adc1e7bd605d0019" providerId="LiveId" clId="{19125D67-370E-4ABC-B1BC-FB67ACA689B9}" dt="2025-04-16T15:21:08.868" v="961" actId="20577"/>
        <pc:sldMkLst>
          <pc:docMk/>
          <pc:sldMk cId="0" sldId="273"/>
        </pc:sldMkLst>
        <pc:spChg chg="mod">
          <ac:chgData name="vikash atapakala" userId="adc1e7bd605d0019" providerId="LiveId" clId="{19125D67-370E-4ABC-B1BC-FB67ACA689B9}" dt="2025-04-16T15:21:00.253" v="959" actId="20577"/>
          <ac:spMkLst>
            <pc:docMk/>
            <pc:sldMk cId="0" sldId="273"/>
            <ac:spMk id="10" creationId="{00000000-0000-0000-0000-000000000000}"/>
          </ac:spMkLst>
        </pc:spChg>
        <pc:spChg chg="mod">
          <ac:chgData name="vikash atapakala" userId="adc1e7bd605d0019" providerId="LiveId" clId="{19125D67-370E-4ABC-B1BC-FB67ACA689B9}" dt="2025-04-16T15:21:08.868" v="961" actId="20577"/>
          <ac:spMkLst>
            <pc:docMk/>
            <pc:sldMk cId="0" sldId="273"/>
            <ac:spMk id="11" creationId="{00000000-0000-0000-0000-000000000000}"/>
          </ac:spMkLst>
        </pc:spChg>
      </pc:sldChg>
      <pc:sldChg chg="del">
        <pc:chgData name="vikash atapakala" userId="adc1e7bd605d0019" providerId="LiveId" clId="{19125D67-370E-4ABC-B1BC-FB67ACA689B9}" dt="2025-04-16T15:14:01.390" v="935" actId="47"/>
        <pc:sldMkLst>
          <pc:docMk/>
          <pc:sldMk cId="0" sldId="274"/>
        </pc:sldMkLst>
      </pc:sldChg>
      <pc:sldChg chg="modSp mod">
        <pc:chgData name="vikash atapakala" userId="adc1e7bd605d0019" providerId="LiveId" clId="{19125D67-370E-4ABC-B1BC-FB67ACA689B9}" dt="2025-04-16T15:23:10.696" v="988" actId="20577"/>
        <pc:sldMkLst>
          <pc:docMk/>
          <pc:sldMk cId="3438397389" sldId="276"/>
        </pc:sldMkLst>
        <pc:spChg chg="mod">
          <ac:chgData name="vikash atapakala" userId="adc1e7bd605d0019" providerId="LiveId" clId="{19125D67-370E-4ABC-B1BC-FB67ACA689B9}" dt="2025-04-16T15:23:10.696" v="988" actId="20577"/>
          <ac:spMkLst>
            <pc:docMk/>
            <pc:sldMk cId="3438397389" sldId="276"/>
            <ac:spMk id="5" creationId="{9E2C6472-19ED-433F-D97B-180F7F1E91E7}"/>
          </ac:spMkLst>
        </pc:spChg>
      </pc:sldChg>
      <pc:sldChg chg="modSp mod">
        <pc:chgData name="vikash atapakala" userId="adc1e7bd605d0019" providerId="LiveId" clId="{19125D67-370E-4ABC-B1BC-FB67ACA689B9}" dt="2025-04-16T15:22:24.952" v="962" actId="123"/>
        <pc:sldMkLst>
          <pc:docMk/>
          <pc:sldMk cId="2080325674" sldId="277"/>
        </pc:sldMkLst>
        <pc:spChg chg="mod">
          <ac:chgData name="vikash atapakala" userId="adc1e7bd605d0019" providerId="LiveId" clId="{19125D67-370E-4ABC-B1BC-FB67ACA689B9}" dt="2025-04-16T15:22:24.952" v="962" actId="123"/>
          <ac:spMkLst>
            <pc:docMk/>
            <pc:sldMk cId="2080325674" sldId="277"/>
            <ac:spMk id="3" creationId="{9D38F942-B5DC-123F-CAB1-8BE26ED2B219}"/>
          </ac:spMkLst>
        </pc:spChg>
      </pc:sldChg>
      <pc:sldChg chg="addSp modSp new mod">
        <pc:chgData name="vikash atapakala" userId="adc1e7bd605d0019" providerId="LiveId" clId="{19125D67-370E-4ABC-B1BC-FB67ACA689B9}" dt="2025-03-30T06:21:50.675" v="69" actId="1076"/>
        <pc:sldMkLst>
          <pc:docMk/>
          <pc:sldMk cId="2405272259" sldId="279"/>
        </pc:sldMkLst>
        <pc:spChg chg="mod">
          <ac:chgData name="vikash atapakala" userId="adc1e7bd605d0019" providerId="LiveId" clId="{19125D67-370E-4ABC-B1BC-FB67ACA689B9}" dt="2025-03-30T06:19:30.305" v="49" actId="20577"/>
          <ac:spMkLst>
            <pc:docMk/>
            <pc:sldMk cId="2405272259" sldId="279"/>
            <ac:spMk id="2" creationId="{767238DE-6BFE-B3B9-8B98-8CB73E04AB14}"/>
          </ac:spMkLst>
        </pc:spChg>
        <pc:spChg chg="mod">
          <ac:chgData name="vikash atapakala" userId="adc1e7bd605d0019" providerId="LiveId" clId="{19125D67-370E-4ABC-B1BC-FB67ACA689B9}" dt="2025-03-30T06:21:38.420" v="65" actId="27636"/>
          <ac:spMkLst>
            <pc:docMk/>
            <pc:sldMk cId="2405272259" sldId="279"/>
            <ac:spMk id="3" creationId="{B7747318-CB64-DC7C-0BB6-587B3A07D043}"/>
          </ac:spMkLst>
        </pc:spChg>
        <pc:picChg chg="add mod">
          <ac:chgData name="vikash atapakala" userId="adc1e7bd605d0019" providerId="LiveId" clId="{19125D67-370E-4ABC-B1BC-FB67ACA689B9}" dt="2025-03-30T06:21:50.675" v="69" actId="1076"/>
          <ac:picMkLst>
            <pc:docMk/>
            <pc:sldMk cId="2405272259" sldId="279"/>
            <ac:picMk id="5" creationId="{5A165E1F-63AB-014D-38F4-9BC377A15D54}"/>
          </ac:picMkLst>
        </pc:picChg>
      </pc:sldChg>
      <pc:sldChg chg="addSp delSp modSp new mod">
        <pc:chgData name="vikash atapakala" userId="adc1e7bd605d0019" providerId="LiveId" clId="{19125D67-370E-4ABC-B1BC-FB67ACA689B9}" dt="2025-04-16T15:07:29.039" v="856" actId="404"/>
        <pc:sldMkLst>
          <pc:docMk/>
          <pc:sldMk cId="2651287946" sldId="280"/>
        </pc:sldMkLst>
        <pc:spChg chg="mod">
          <ac:chgData name="vikash atapakala" userId="adc1e7bd605d0019" providerId="LiveId" clId="{19125D67-370E-4ABC-B1BC-FB67ACA689B9}" dt="2025-04-16T15:07:29.039" v="856" actId="404"/>
          <ac:spMkLst>
            <pc:docMk/>
            <pc:sldMk cId="2651287946" sldId="280"/>
            <ac:spMk id="2" creationId="{E1F040FF-714A-5956-F62C-CFC85CD1D237}"/>
          </ac:spMkLst>
        </pc:spChg>
        <pc:spChg chg="del">
          <ac:chgData name="vikash atapakala" userId="adc1e7bd605d0019" providerId="LiveId" clId="{19125D67-370E-4ABC-B1BC-FB67ACA689B9}" dt="2025-04-16T15:03:36.623" v="740"/>
          <ac:spMkLst>
            <pc:docMk/>
            <pc:sldMk cId="2651287946" sldId="280"/>
            <ac:spMk id="3" creationId="{D4D7559B-7E41-0C28-61E6-36E30E5D5B5D}"/>
          </ac:spMkLst>
        </pc:spChg>
        <pc:spChg chg="add mod">
          <ac:chgData name="vikash atapakala" userId="adc1e7bd605d0019" providerId="LiveId" clId="{19125D67-370E-4ABC-B1BC-FB67ACA689B9}" dt="2025-04-16T15:06:51.024" v="821" actId="27636"/>
          <ac:spMkLst>
            <pc:docMk/>
            <pc:sldMk cId="2651287946" sldId="280"/>
            <ac:spMk id="6" creationId="{372940DD-B077-EA57-055D-F5DE8386E450}"/>
          </ac:spMkLst>
        </pc:spChg>
      </pc:sldChg>
      <pc:sldChg chg="addSp delSp modSp new mod">
        <pc:chgData name="vikash atapakala" userId="adc1e7bd605d0019" providerId="LiveId" clId="{19125D67-370E-4ABC-B1BC-FB67ACA689B9}" dt="2025-04-16T15:11:17.938" v="893" actId="1076"/>
        <pc:sldMkLst>
          <pc:docMk/>
          <pc:sldMk cId="918196780" sldId="281"/>
        </pc:sldMkLst>
        <pc:spChg chg="add del">
          <ac:chgData name="vikash atapakala" userId="adc1e7bd605d0019" providerId="LiveId" clId="{19125D67-370E-4ABC-B1BC-FB67ACA689B9}" dt="2025-04-16T15:10:29.760" v="868" actId="22"/>
          <ac:spMkLst>
            <pc:docMk/>
            <pc:sldMk cId="918196780" sldId="281"/>
            <ac:spMk id="3" creationId="{78172C8E-65A5-8E09-E3DA-9A518A22BAE1}"/>
          </ac:spMkLst>
        </pc:spChg>
        <pc:spChg chg="mod">
          <ac:chgData name="vikash atapakala" userId="adc1e7bd605d0019" providerId="LiveId" clId="{19125D67-370E-4ABC-B1BC-FB67ACA689B9}" dt="2025-04-16T15:10:42.067" v="869"/>
          <ac:spMkLst>
            <pc:docMk/>
            <pc:sldMk cId="918196780" sldId="281"/>
            <ac:spMk id="5" creationId="{28E90B6F-2600-3C1F-6272-866EBE07F90C}"/>
          </ac:spMkLst>
        </pc:spChg>
        <pc:spChg chg="mod">
          <ac:chgData name="vikash atapakala" userId="adc1e7bd605d0019" providerId="LiveId" clId="{19125D67-370E-4ABC-B1BC-FB67ACA689B9}" dt="2025-04-16T15:10:42.067" v="869"/>
          <ac:spMkLst>
            <pc:docMk/>
            <pc:sldMk cId="918196780" sldId="281"/>
            <ac:spMk id="6" creationId="{9BEB78A8-9DC6-6A41-A00C-3EE14466C858}"/>
          </ac:spMkLst>
        </pc:spChg>
        <pc:spChg chg="mod">
          <ac:chgData name="vikash atapakala" userId="adc1e7bd605d0019" providerId="LiveId" clId="{19125D67-370E-4ABC-B1BC-FB67ACA689B9}" dt="2025-04-16T15:10:42.067" v="869"/>
          <ac:spMkLst>
            <pc:docMk/>
            <pc:sldMk cId="918196780" sldId="281"/>
            <ac:spMk id="8" creationId="{5395B061-7F30-72F7-B2EE-9316206E22C0}"/>
          </ac:spMkLst>
        </pc:spChg>
        <pc:spChg chg="mod">
          <ac:chgData name="vikash atapakala" userId="adc1e7bd605d0019" providerId="LiveId" clId="{19125D67-370E-4ABC-B1BC-FB67ACA689B9}" dt="2025-04-16T15:10:42.067" v="869"/>
          <ac:spMkLst>
            <pc:docMk/>
            <pc:sldMk cId="918196780" sldId="281"/>
            <ac:spMk id="9" creationId="{79231419-7E0D-036B-890D-25B8E945F4AF}"/>
          </ac:spMkLst>
        </pc:spChg>
        <pc:spChg chg="mod">
          <ac:chgData name="vikash atapakala" userId="adc1e7bd605d0019" providerId="LiveId" clId="{19125D67-370E-4ABC-B1BC-FB67ACA689B9}" dt="2025-04-16T15:10:42.067" v="869"/>
          <ac:spMkLst>
            <pc:docMk/>
            <pc:sldMk cId="918196780" sldId="281"/>
            <ac:spMk id="10" creationId="{AD7330AF-A989-2EC0-11E6-A1C0F91EF4AB}"/>
          </ac:spMkLst>
        </pc:spChg>
        <pc:spChg chg="mod">
          <ac:chgData name="vikash atapakala" userId="adc1e7bd605d0019" providerId="LiveId" clId="{19125D67-370E-4ABC-B1BC-FB67ACA689B9}" dt="2025-04-16T15:10:42.067" v="869"/>
          <ac:spMkLst>
            <pc:docMk/>
            <pc:sldMk cId="918196780" sldId="281"/>
            <ac:spMk id="11" creationId="{B6254067-21CC-7C35-14A7-74451880FDCD}"/>
          </ac:spMkLst>
        </pc:spChg>
        <pc:spChg chg="mod">
          <ac:chgData name="vikash atapakala" userId="adc1e7bd605d0019" providerId="LiveId" clId="{19125D67-370E-4ABC-B1BC-FB67ACA689B9}" dt="2025-04-16T15:10:42.067" v="869"/>
          <ac:spMkLst>
            <pc:docMk/>
            <pc:sldMk cId="918196780" sldId="281"/>
            <ac:spMk id="16" creationId="{211C2DDF-138E-4D20-3212-2D55A31A1815}"/>
          </ac:spMkLst>
        </pc:spChg>
        <pc:spChg chg="mod">
          <ac:chgData name="vikash atapakala" userId="adc1e7bd605d0019" providerId="LiveId" clId="{19125D67-370E-4ABC-B1BC-FB67ACA689B9}" dt="2025-04-16T15:10:42.067" v="869"/>
          <ac:spMkLst>
            <pc:docMk/>
            <pc:sldMk cId="918196780" sldId="281"/>
            <ac:spMk id="17" creationId="{559CCA42-DF8A-855A-83A7-0DA0789A70DE}"/>
          </ac:spMkLst>
        </pc:spChg>
        <pc:spChg chg="mod">
          <ac:chgData name="vikash atapakala" userId="adc1e7bd605d0019" providerId="LiveId" clId="{19125D67-370E-4ABC-B1BC-FB67ACA689B9}" dt="2025-04-16T15:10:42.067" v="869"/>
          <ac:spMkLst>
            <pc:docMk/>
            <pc:sldMk cId="918196780" sldId="281"/>
            <ac:spMk id="18" creationId="{10A6198F-32AC-98B3-8FDC-FA8D39549628}"/>
          </ac:spMkLst>
        </pc:spChg>
        <pc:spChg chg="add mod">
          <ac:chgData name="vikash atapakala" userId="adc1e7bd605d0019" providerId="LiveId" clId="{19125D67-370E-4ABC-B1BC-FB67ACA689B9}" dt="2025-04-16T15:11:17.938" v="893" actId="1076"/>
          <ac:spMkLst>
            <pc:docMk/>
            <pc:sldMk cId="918196780" sldId="281"/>
            <ac:spMk id="22" creationId="{72A4D829-CB2E-07BD-1FFF-D54CD8C1FE79}"/>
          </ac:spMkLst>
        </pc:spChg>
        <pc:grpChg chg="add mod">
          <ac:chgData name="vikash atapakala" userId="adc1e7bd605d0019" providerId="LiveId" clId="{19125D67-370E-4ABC-B1BC-FB67ACA689B9}" dt="2025-04-16T15:10:52.021" v="871" actId="14100"/>
          <ac:grpSpMkLst>
            <pc:docMk/>
            <pc:sldMk cId="918196780" sldId="281"/>
            <ac:grpSpMk id="4" creationId="{43B58811-3B4D-8DCE-2EB8-2EA7D8876E0D}"/>
          </ac:grpSpMkLst>
        </pc:grpChg>
      </pc:sldChg>
      <pc:sldChg chg="addSp modSp new mod">
        <pc:chgData name="vikash atapakala" userId="adc1e7bd605d0019" providerId="LiveId" clId="{19125D67-370E-4ABC-B1BC-FB67ACA689B9}" dt="2025-04-16T15:19:42.073" v="945" actId="14100"/>
        <pc:sldMkLst>
          <pc:docMk/>
          <pc:sldMk cId="3614653939" sldId="282"/>
        </pc:sldMkLst>
        <pc:picChg chg="add mod">
          <ac:chgData name="vikash atapakala" userId="adc1e7bd605d0019" providerId="LiveId" clId="{19125D67-370E-4ABC-B1BC-FB67ACA689B9}" dt="2025-04-16T15:16:45.999" v="939" actId="14100"/>
          <ac:picMkLst>
            <pc:docMk/>
            <pc:sldMk cId="3614653939" sldId="282"/>
            <ac:picMk id="3" creationId="{5CDBF7FC-153D-01E3-A43F-BC1DEC53CF9E}"/>
          </ac:picMkLst>
        </pc:picChg>
        <pc:picChg chg="add mod">
          <ac:chgData name="vikash atapakala" userId="adc1e7bd605d0019" providerId="LiveId" clId="{19125D67-370E-4ABC-B1BC-FB67ACA689B9}" dt="2025-04-16T15:19:42.073" v="945" actId="14100"/>
          <ac:picMkLst>
            <pc:docMk/>
            <pc:sldMk cId="3614653939" sldId="282"/>
            <ac:picMk id="5" creationId="{ECDD9ADD-9F41-B23F-6611-A05DA5441346}"/>
          </ac:picMkLst>
        </pc:picChg>
      </pc:sldChg>
      <pc:sldChg chg="modSp new del mod">
        <pc:chgData name="vikash atapakala" userId="adc1e7bd605d0019" providerId="LiveId" clId="{19125D67-370E-4ABC-B1BC-FB67ACA689B9}" dt="2025-04-16T15:27:08.354" v="1363" actId="2696"/>
        <pc:sldMkLst>
          <pc:docMk/>
          <pc:sldMk cId="399505362" sldId="283"/>
        </pc:sldMkLst>
        <pc:spChg chg="mod">
          <ac:chgData name="vikash atapakala" userId="adc1e7bd605d0019" providerId="LiveId" clId="{19125D67-370E-4ABC-B1BC-FB67ACA689B9}" dt="2025-04-16T15:24:25.900" v="1015" actId="1076"/>
          <ac:spMkLst>
            <pc:docMk/>
            <pc:sldMk cId="399505362" sldId="283"/>
            <ac:spMk id="2" creationId="{D3308DE3-3116-E66B-DAEE-9DDE8A6D78E6}"/>
          </ac:spMkLst>
        </pc:spChg>
        <pc:spChg chg="mod">
          <ac:chgData name="vikash atapakala" userId="adc1e7bd605d0019" providerId="LiveId" clId="{19125D67-370E-4ABC-B1BC-FB67ACA689B9}" dt="2025-04-16T15:26:59.793" v="1362" actId="14100"/>
          <ac:spMkLst>
            <pc:docMk/>
            <pc:sldMk cId="399505362" sldId="283"/>
            <ac:spMk id="3" creationId="{0622C72D-84C2-B14A-96AF-7304F9212352}"/>
          </ac:spMkLst>
        </pc:spChg>
      </pc:sldChg>
      <pc:sldChg chg="add">
        <pc:chgData name="vikash atapakala" userId="adc1e7bd605d0019" providerId="LiveId" clId="{19125D67-370E-4ABC-B1BC-FB67ACA689B9}" dt="2025-04-16T15:27:12.430" v="1364"/>
        <pc:sldMkLst>
          <pc:docMk/>
          <pc:sldMk cId="2220921469" sldId="28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1317C-EDE1-AEEF-C062-04EA3028D4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8B0BEE-8D93-1744-1EBA-69665CB808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089ABE-E900-DAD0-3247-684E7BA271F9}"/>
              </a:ext>
            </a:extLst>
          </p:cNvPr>
          <p:cNvSpPr>
            <a:spLocks noGrp="1"/>
          </p:cNvSpPr>
          <p:nvPr>
            <p:ph type="dt" sz="half" idx="10"/>
          </p:nvPr>
        </p:nvSpPr>
        <p:spPr/>
        <p:txBody>
          <a:bodyPr/>
          <a:lstStyle/>
          <a:p>
            <a:fld id="{45CA0AEE-2180-491C-9E27-FC2B1F8441CD}" type="datetimeFigureOut">
              <a:rPr lang="en-US" smtClean="0"/>
              <a:t>4/16/2025</a:t>
            </a:fld>
            <a:endParaRPr lang="en-US"/>
          </a:p>
        </p:txBody>
      </p:sp>
      <p:sp>
        <p:nvSpPr>
          <p:cNvPr id="5" name="Footer Placeholder 4">
            <a:extLst>
              <a:ext uri="{FF2B5EF4-FFF2-40B4-BE49-F238E27FC236}">
                <a16:creationId xmlns:a16="http://schemas.microsoft.com/office/drawing/2014/main" id="{709DD6AF-3E53-4A91-D13D-CAF8F655E8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DB2AB2-78DA-5874-0D47-6B16C9353165}"/>
              </a:ext>
            </a:extLst>
          </p:cNvPr>
          <p:cNvSpPr>
            <a:spLocks noGrp="1"/>
          </p:cNvSpPr>
          <p:nvPr>
            <p:ph type="sldNum" sz="quarter" idx="12"/>
          </p:nvPr>
        </p:nvSpPr>
        <p:spPr/>
        <p:txBody>
          <a:bodyPr/>
          <a:lstStyle/>
          <a:p>
            <a:fld id="{611070ED-0AEC-4418-B576-DCAEA352E2E3}" type="slidenum">
              <a:rPr lang="en-US" smtClean="0"/>
              <a:t>‹#›</a:t>
            </a:fld>
            <a:endParaRPr lang="en-US"/>
          </a:p>
        </p:txBody>
      </p:sp>
    </p:spTree>
    <p:extLst>
      <p:ext uri="{BB962C8B-B14F-4D97-AF65-F5344CB8AC3E}">
        <p14:creationId xmlns:p14="http://schemas.microsoft.com/office/powerpoint/2010/main" val="2877963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BFDD4-BB38-C759-BA44-6ACC56292C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9F3890-B011-0915-8703-3CD4CA5B70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1D19F4-BAAF-0D8F-72EA-8B09E9E10DB7}"/>
              </a:ext>
            </a:extLst>
          </p:cNvPr>
          <p:cNvSpPr>
            <a:spLocks noGrp="1"/>
          </p:cNvSpPr>
          <p:nvPr>
            <p:ph type="dt" sz="half" idx="10"/>
          </p:nvPr>
        </p:nvSpPr>
        <p:spPr/>
        <p:txBody>
          <a:bodyPr/>
          <a:lstStyle/>
          <a:p>
            <a:fld id="{45CA0AEE-2180-491C-9E27-FC2B1F8441CD}" type="datetimeFigureOut">
              <a:rPr lang="en-US" smtClean="0"/>
              <a:t>4/16/2025</a:t>
            </a:fld>
            <a:endParaRPr lang="en-US"/>
          </a:p>
        </p:txBody>
      </p:sp>
      <p:sp>
        <p:nvSpPr>
          <p:cNvPr id="5" name="Footer Placeholder 4">
            <a:extLst>
              <a:ext uri="{FF2B5EF4-FFF2-40B4-BE49-F238E27FC236}">
                <a16:creationId xmlns:a16="http://schemas.microsoft.com/office/drawing/2014/main" id="{2BF7AF25-917F-241D-DD6E-59A09351FB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61C281-4953-0DB7-5543-4EF1552D9B4F}"/>
              </a:ext>
            </a:extLst>
          </p:cNvPr>
          <p:cNvSpPr>
            <a:spLocks noGrp="1"/>
          </p:cNvSpPr>
          <p:nvPr>
            <p:ph type="sldNum" sz="quarter" idx="12"/>
          </p:nvPr>
        </p:nvSpPr>
        <p:spPr/>
        <p:txBody>
          <a:bodyPr/>
          <a:lstStyle/>
          <a:p>
            <a:fld id="{611070ED-0AEC-4418-B576-DCAEA352E2E3}" type="slidenum">
              <a:rPr lang="en-US" smtClean="0"/>
              <a:t>‹#›</a:t>
            </a:fld>
            <a:endParaRPr lang="en-US"/>
          </a:p>
        </p:txBody>
      </p:sp>
    </p:spTree>
    <p:extLst>
      <p:ext uri="{BB962C8B-B14F-4D97-AF65-F5344CB8AC3E}">
        <p14:creationId xmlns:p14="http://schemas.microsoft.com/office/powerpoint/2010/main" val="1803521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BD501-7D25-7201-DA01-F1D0163E59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C49343-8843-21C0-692E-E76BAA2E48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071B01-B80A-AFB8-9202-5CFC25ABDEE4}"/>
              </a:ext>
            </a:extLst>
          </p:cNvPr>
          <p:cNvSpPr>
            <a:spLocks noGrp="1"/>
          </p:cNvSpPr>
          <p:nvPr>
            <p:ph type="dt" sz="half" idx="10"/>
          </p:nvPr>
        </p:nvSpPr>
        <p:spPr/>
        <p:txBody>
          <a:bodyPr/>
          <a:lstStyle/>
          <a:p>
            <a:fld id="{45CA0AEE-2180-491C-9E27-FC2B1F8441CD}" type="datetimeFigureOut">
              <a:rPr lang="en-US" smtClean="0"/>
              <a:t>4/16/2025</a:t>
            </a:fld>
            <a:endParaRPr lang="en-US"/>
          </a:p>
        </p:txBody>
      </p:sp>
      <p:sp>
        <p:nvSpPr>
          <p:cNvPr id="5" name="Footer Placeholder 4">
            <a:extLst>
              <a:ext uri="{FF2B5EF4-FFF2-40B4-BE49-F238E27FC236}">
                <a16:creationId xmlns:a16="http://schemas.microsoft.com/office/drawing/2014/main" id="{88DDDB76-5C6C-304E-EFF3-08674021D2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74F22F-FE09-77EB-3076-288C02995ECD}"/>
              </a:ext>
            </a:extLst>
          </p:cNvPr>
          <p:cNvSpPr>
            <a:spLocks noGrp="1"/>
          </p:cNvSpPr>
          <p:nvPr>
            <p:ph type="sldNum" sz="quarter" idx="12"/>
          </p:nvPr>
        </p:nvSpPr>
        <p:spPr/>
        <p:txBody>
          <a:bodyPr/>
          <a:lstStyle/>
          <a:p>
            <a:fld id="{611070ED-0AEC-4418-B576-DCAEA352E2E3}" type="slidenum">
              <a:rPr lang="en-US" smtClean="0"/>
              <a:t>‹#›</a:t>
            </a:fld>
            <a:endParaRPr lang="en-US"/>
          </a:p>
        </p:txBody>
      </p:sp>
    </p:spTree>
    <p:extLst>
      <p:ext uri="{BB962C8B-B14F-4D97-AF65-F5344CB8AC3E}">
        <p14:creationId xmlns:p14="http://schemas.microsoft.com/office/powerpoint/2010/main" val="1672030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BE6AE-5386-7F37-00E7-54FAEF4C3E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E2814E-8B84-1086-BD35-C6BCF6B697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719744-B80D-4F43-2C5C-0762D8321D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E21511-CD66-B8FB-296A-2647DF62623B}"/>
              </a:ext>
            </a:extLst>
          </p:cNvPr>
          <p:cNvSpPr>
            <a:spLocks noGrp="1"/>
          </p:cNvSpPr>
          <p:nvPr>
            <p:ph type="dt" sz="half" idx="10"/>
          </p:nvPr>
        </p:nvSpPr>
        <p:spPr/>
        <p:txBody>
          <a:bodyPr/>
          <a:lstStyle/>
          <a:p>
            <a:fld id="{45CA0AEE-2180-491C-9E27-FC2B1F8441CD}" type="datetimeFigureOut">
              <a:rPr lang="en-US" smtClean="0"/>
              <a:t>4/16/2025</a:t>
            </a:fld>
            <a:endParaRPr lang="en-US"/>
          </a:p>
        </p:txBody>
      </p:sp>
      <p:sp>
        <p:nvSpPr>
          <p:cNvPr id="6" name="Footer Placeholder 5">
            <a:extLst>
              <a:ext uri="{FF2B5EF4-FFF2-40B4-BE49-F238E27FC236}">
                <a16:creationId xmlns:a16="http://schemas.microsoft.com/office/drawing/2014/main" id="{89B93053-DEA9-092A-05E9-97DE21CE5E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C34550-2E00-BA5B-8B47-9A9613A76DC7}"/>
              </a:ext>
            </a:extLst>
          </p:cNvPr>
          <p:cNvSpPr>
            <a:spLocks noGrp="1"/>
          </p:cNvSpPr>
          <p:nvPr>
            <p:ph type="sldNum" sz="quarter" idx="12"/>
          </p:nvPr>
        </p:nvSpPr>
        <p:spPr/>
        <p:txBody>
          <a:bodyPr/>
          <a:lstStyle/>
          <a:p>
            <a:fld id="{611070ED-0AEC-4418-B576-DCAEA352E2E3}" type="slidenum">
              <a:rPr lang="en-US" smtClean="0"/>
              <a:t>‹#›</a:t>
            </a:fld>
            <a:endParaRPr lang="en-US"/>
          </a:p>
        </p:txBody>
      </p:sp>
    </p:spTree>
    <p:extLst>
      <p:ext uri="{BB962C8B-B14F-4D97-AF65-F5344CB8AC3E}">
        <p14:creationId xmlns:p14="http://schemas.microsoft.com/office/powerpoint/2010/main" val="3816085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6665-DF3A-90B6-EA9A-FE9846E780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DBF273-EDF2-4D36-CC43-E04BE1B372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B0559F-ECAD-70D7-8EF0-07C19B0FDF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EC2EAB-6F87-DAD4-213C-0C97B83F2D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7023C3-41CB-BA19-4C56-6F197AC1EE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FDD9FB-8CAE-8C7A-ABA7-71CC4529B98F}"/>
              </a:ext>
            </a:extLst>
          </p:cNvPr>
          <p:cNvSpPr>
            <a:spLocks noGrp="1"/>
          </p:cNvSpPr>
          <p:nvPr>
            <p:ph type="dt" sz="half" idx="10"/>
          </p:nvPr>
        </p:nvSpPr>
        <p:spPr/>
        <p:txBody>
          <a:bodyPr/>
          <a:lstStyle/>
          <a:p>
            <a:fld id="{45CA0AEE-2180-491C-9E27-FC2B1F8441CD}" type="datetimeFigureOut">
              <a:rPr lang="en-US" smtClean="0"/>
              <a:t>4/16/2025</a:t>
            </a:fld>
            <a:endParaRPr lang="en-US"/>
          </a:p>
        </p:txBody>
      </p:sp>
      <p:sp>
        <p:nvSpPr>
          <p:cNvPr id="8" name="Footer Placeholder 7">
            <a:extLst>
              <a:ext uri="{FF2B5EF4-FFF2-40B4-BE49-F238E27FC236}">
                <a16:creationId xmlns:a16="http://schemas.microsoft.com/office/drawing/2014/main" id="{BDCF52D7-AD56-F72D-DB22-3BDF875DD0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5E997F-DD09-777B-C729-CC5ADAED7C0F}"/>
              </a:ext>
            </a:extLst>
          </p:cNvPr>
          <p:cNvSpPr>
            <a:spLocks noGrp="1"/>
          </p:cNvSpPr>
          <p:nvPr>
            <p:ph type="sldNum" sz="quarter" idx="12"/>
          </p:nvPr>
        </p:nvSpPr>
        <p:spPr/>
        <p:txBody>
          <a:bodyPr/>
          <a:lstStyle/>
          <a:p>
            <a:fld id="{611070ED-0AEC-4418-B576-DCAEA352E2E3}" type="slidenum">
              <a:rPr lang="en-US" smtClean="0"/>
              <a:t>‹#›</a:t>
            </a:fld>
            <a:endParaRPr lang="en-US"/>
          </a:p>
        </p:txBody>
      </p:sp>
    </p:spTree>
    <p:extLst>
      <p:ext uri="{BB962C8B-B14F-4D97-AF65-F5344CB8AC3E}">
        <p14:creationId xmlns:p14="http://schemas.microsoft.com/office/powerpoint/2010/main" val="3393803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C217E-A1C0-BDAC-E15C-01D94B8D05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257B78-CDBA-126E-022C-70B65B42E0B6}"/>
              </a:ext>
            </a:extLst>
          </p:cNvPr>
          <p:cNvSpPr>
            <a:spLocks noGrp="1"/>
          </p:cNvSpPr>
          <p:nvPr>
            <p:ph type="dt" sz="half" idx="10"/>
          </p:nvPr>
        </p:nvSpPr>
        <p:spPr/>
        <p:txBody>
          <a:bodyPr/>
          <a:lstStyle/>
          <a:p>
            <a:fld id="{45CA0AEE-2180-491C-9E27-FC2B1F8441CD}" type="datetimeFigureOut">
              <a:rPr lang="en-US" smtClean="0"/>
              <a:t>4/16/2025</a:t>
            </a:fld>
            <a:endParaRPr lang="en-US"/>
          </a:p>
        </p:txBody>
      </p:sp>
      <p:sp>
        <p:nvSpPr>
          <p:cNvPr id="4" name="Footer Placeholder 3">
            <a:extLst>
              <a:ext uri="{FF2B5EF4-FFF2-40B4-BE49-F238E27FC236}">
                <a16:creationId xmlns:a16="http://schemas.microsoft.com/office/drawing/2014/main" id="{30BC49B7-B468-EEC3-921A-4016AE58D1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459330-E3E6-1993-5AA2-956F6E9BDB9A}"/>
              </a:ext>
            </a:extLst>
          </p:cNvPr>
          <p:cNvSpPr>
            <a:spLocks noGrp="1"/>
          </p:cNvSpPr>
          <p:nvPr>
            <p:ph type="sldNum" sz="quarter" idx="12"/>
          </p:nvPr>
        </p:nvSpPr>
        <p:spPr/>
        <p:txBody>
          <a:bodyPr/>
          <a:lstStyle/>
          <a:p>
            <a:fld id="{611070ED-0AEC-4418-B576-DCAEA352E2E3}" type="slidenum">
              <a:rPr lang="en-US" smtClean="0"/>
              <a:t>‹#›</a:t>
            </a:fld>
            <a:endParaRPr lang="en-US"/>
          </a:p>
        </p:txBody>
      </p:sp>
    </p:spTree>
    <p:extLst>
      <p:ext uri="{BB962C8B-B14F-4D97-AF65-F5344CB8AC3E}">
        <p14:creationId xmlns:p14="http://schemas.microsoft.com/office/powerpoint/2010/main" val="3259359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B3C861-9585-A2E1-C113-184F94418852}"/>
              </a:ext>
            </a:extLst>
          </p:cNvPr>
          <p:cNvSpPr>
            <a:spLocks noGrp="1"/>
          </p:cNvSpPr>
          <p:nvPr>
            <p:ph type="dt" sz="half" idx="10"/>
          </p:nvPr>
        </p:nvSpPr>
        <p:spPr/>
        <p:txBody>
          <a:bodyPr/>
          <a:lstStyle/>
          <a:p>
            <a:fld id="{45CA0AEE-2180-491C-9E27-FC2B1F8441CD}" type="datetimeFigureOut">
              <a:rPr lang="en-US" smtClean="0"/>
              <a:t>4/16/2025</a:t>
            </a:fld>
            <a:endParaRPr lang="en-US"/>
          </a:p>
        </p:txBody>
      </p:sp>
      <p:sp>
        <p:nvSpPr>
          <p:cNvPr id="3" name="Footer Placeholder 2">
            <a:extLst>
              <a:ext uri="{FF2B5EF4-FFF2-40B4-BE49-F238E27FC236}">
                <a16:creationId xmlns:a16="http://schemas.microsoft.com/office/drawing/2014/main" id="{9CDC1001-4E63-7A4B-9C51-239DCF39BF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1D419E-6B16-C22C-ECFE-387F75BC42EC}"/>
              </a:ext>
            </a:extLst>
          </p:cNvPr>
          <p:cNvSpPr>
            <a:spLocks noGrp="1"/>
          </p:cNvSpPr>
          <p:nvPr>
            <p:ph type="sldNum" sz="quarter" idx="12"/>
          </p:nvPr>
        </p:nvSpPr>
        <p:spPr/>
        <p:txBody>
          <a:bodyPr/>
          <a:lstStyle/>
          <a:p>
            <a:fld id="{611070ED-0AEC-4418-B576-DCAEA352E2E3}" type="slidenum">
              <a:rPr lang="en-US" smtClean="0"/>
              <a:t>‹#›</a:t>
            </a:fld>
            <a:endParaRPr lang="en-US"/>
          </a:p>
        </p:txBody>
      </p:sp>
    </p:spTree>
    <p:extLst>
      <p:ext uri="{BB962C8B-B14F-4D97-AF65-F5344CB8AC3E}">
        <p14:creationId xmlns:p14="http://schemas.microsoft.com/office/powerpoint/2010/main" val="451021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D82A1-9B7D-CE74-0154-84E2AFCD25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04F171-F588-B097-63D5-0A3F69970C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2D60BC-4BA5-BD32-338E-AAB4181EF6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176B-6E5D-126D-0125-9C440AA293A3}"/>
              </a:ext>
            </a:extLst>
          </p:cNvPr>
          <p:cNvSpPr>
            <a:spLocks noGrp="1"/>
          </p:cNvSpPr>
          <p:nvPr>
            <p:ph type="dt" sz="half" idx="10"/>
          </p:nvPr>
        </p:nvSpPr>
        <p:spPr/>
        <p:txBody>
          <a:bodyPr/>
          <a:lstStyle/>
          <a:p>
            <a:fld id="{45CA0AEE-2180-491C-9E27-FC2B1F8441CD}" type="datetimeFigureOut">
              <a:rPr lang="en-US" smtClean="0"/>
              <a:t>4/16/2025</a:t>
            </a:fld>
            <a:endParaRPr lang="en-US"/>
          </a:p>
        </p:txBody>
      </p:sp>
      <p:sp>
        <p:nvSpPr>
          <p:cNvPr id="6" name="Footer Placeholder 5">
            <a:extLst>
              <a:ext uri="{FF2B5EF4-FFF2-40B4-BE49-F238E27FC236}">
                <a16:creationId xmlns:a16="http://schemas.microsoft.com/office/drawing/2014/main" id="{F250E0AF-DC38-4185-6603-AAFA8012E7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4AEDA8-2BAB-2DCE-639E-9E8F818DB62E}"/>
              </a:ext>
            </a:extLst>
          </p:cNvPr>
          <p:cNvSpPr>
            <a:spLocks noGrp="1"/>
          </p:cNvSpPr>
          <p:nvPr>
            <p:ph type="sldNum" sz="quarter" idx="12"/>
          </p:nvPr>
        </p:nvSpPr>
        <p:spPr/>
        <p:txBody>
          <a:bodyPr/>
          <a:lstStyle/>
          <a:p>
            <a:fld id="{611070ED-0AEC-4418-B576-DCAEA352E2E3}" type="slidenum">
              <a:rPr lang="en-US" smtClean="0"/>
              <a:t>‹#›</a:t>
            </a:fld>
            <a:endParaRPr lang="en-US"/>
          </a:p>
        </p:txBody>
      </p:sp>
    </p:spTree>
    <p:extLst>
      <p:ext uri="{BB962C8B-B14F-4D97-AF65-F5344CB8AC3E}">
        <p14:creationId xmlns:p14="http://schemas.microsoft.com/office/powerpoint/2010/main" val="247142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2234C-30EF-8E2E-6190-01DC41EE2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327C7C-B32D-20B3-8928-20D1D0CDEC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204F1A-EE3B-C893-AA56-64136CBB13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097E9-A33D-F11D-5CF4-2F47197005AA}"/>
              </a:ext>
            </a:extLst>
          </p:cNvPr>
          <p:cNvSpPr>
            <a:spLocks noGrp="1"/>
          </p:cNvSpPr>
          <p:nvPr>
            <p:ph type="dt" sz="half" idx="10"/>
          </p:nvPr>
        </p:nvSpPr>
        <p:spPr/>
        <p:txBody>
          <a:bodyPr/>
          <a:lstStyle/>
          <a:p>
            <a:fld id="{45CA0AEE-2180-491C-9E27-FC2B1F8441CD}" type="datetimeFigureOut">
              <a:rPr lang="en-US" smtClean="0"/>
              <a:t>4/16/2025</a:t>
            </a:fld>
            <a:endParaRPr lang="en-US"/>
          </a:p>
        </p:txBody>
      </p:sp>
      <p:sp>
        <p:nvSpPr>
          <p:cNvPr id="6" name="Footer Placeholder 5">
            <a:extLst>
              <a:ext uri="{FF2B5EF4-FFF2-40B4-BE49-F238E27FC236}">
                <a16:creationId xmlns:a16="http://schemas.microsoft.com/office/drawing/2014/main" id="{79DD874E-4E58-56EC-0841-706743D5DB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18A416-79E8-0503-A063-5B1ED275609F}"/>
              </a:ext>
            </a:extLst>
          </p:cNvPr>
          <p:cNvSpPr>
            <a:spLocks noGrp="1"/>
          </p:cNvSpPr>
          <p:nvPr>
            <p:ph type="sldNum" sz="quarter" idx="12"/>
          </p:nvPr>
        </p:nvSpPr>
        <p:spPr/>
        <p:txBody>
          <a:bodyPr/>
          <a:lstStyle/>
          <a:p>
            <a:fld id="{611070ED-0AEC-4418-B576-DCAEA352E2E3}" type="slidenum">
              <a:rPr lang="en-US" smtClean="0"/>
              <a:t>‹#›</a:t>
            </a:fld>
            <a:endParaRPr lang="en-US"/>
          </a:p>
        </p:txBody>
      </p:sp>
    </p:spTree>
    <p:extLst>
      <p:ext uri="{BB962C8B-B14F-4D97-AF65-F5344CB8AC3E}">
        <p14:creationId xmlns:p14="http://schemas.microsoft.com/office/powerpoint/2010/main" val="3330108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3BE6A-45B4-9C1B-15A6-1825E454C5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C13682-457F-1FEE-E363-026EFE69B3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91ADC8-CFC8-D257-1DD5-838F9058A4A1}"/>
              </a:ext>
            </a:extLst>
          </p:cNvPr>
          <p:cNvSpPr>
            <a:spLocks noGrp="1"/>
          </p:cNvSpPr>
          <p:nvPr>
            <p:ph type="dt" sz="half" idx="10"/>
          </p:nvPr>
        </p:nvSpPr>
        <p:spPr/>
        <p:txBody>
          <a:bodyPr/>
          <a:lstStyle/>
          <a:p>
            <a:fld id="{45CA0AEE-2180-491C-9E27-FC2B1F8441CD}" type="datetimeFigureOut">
              <a:rPr lang="en-US" smtClean="0"/>
              <a:t>4/16/2025</a:t>
            </a:fld>
            <a:endParaRPr lang="en-US"/>
          </a:p>
        </p:txBody>
      </p:sp>
      <p:sp>
        <p:nvSpPr>
          <p:cNvPr id="5" name="Footer Placeholder 4">
            <a:extLst>
              <a:ext uri="{FF2B5EF4-FFF2-40B4-BE49-F238E27FC236}">
                <a16:creationId xmlns:a16="http://schemas.microsoft.com/office/drawing/2014/main" id="{33CA9AC3-5F56-771F-4047-68F56992C6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75DB9F-DF1F-DC49-8566-FE09EC366318}"/>
              </a:ext>
            </a:extLst>
          </p:cNvPr>
          <p:cNvSpPr>
            <a:spLocks noGrp="1"/>
          </p:cNvSpPr>
          <p:nvPr>
            <p:ph type="sldNum" sz="quarter" idx="12"/>
          </p:nvPr>
        </p:nvSpPr>
        <p:spPr/>
        <p:txBody>
          <a:bodyPr/>
          <a:lstStyle/>
          <a:p>
            <a:fld id="{611070ED-0AEC-4418-B576-DCAEA352E2E3}" type="slidenum">
              <a:rPr lang="en-US" smtClean="0"/>
              <a:t>‹#›</a:t>
            </a:fld>
            <a:endParaRPr lang="en-US"/>
          </a:p>
        </p:txBody>
      </p:sp>
    </p:spTree>
    <p:extLst>
      <p:ext uri="{BB962C8B-B14F-4D97-AF65-F5344CB8AC3E}">
        <p14:creationId xmlns:p14="http://schemas.microsoft.com/office/powerpoint/2010/main" val="448819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97F810-2D96-28AC-D1DC-E2DC865781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DC7D2D-0E17-E7D0-7E75-6C04757B64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907B7-D1C8-2773-E4BD-94B8D06D6D17}"/>
              </a:ext>
            </a:extLst>
          </p:cNvPr>
          <p:cNvSpPr>
            <a:spLocks noGrp="1"/>
          </p:cNvSpPr>
          <p:nvPr>
            <p:ph type="dt" sz="half" idx="10"/>
          </p:nvPr>
        </p:nvSpPr>
        <p:spPr/>
        <p:txBody>
          <a:bodyPr/>
          <a:lstStyle/>
          <a:p>
            <a:fld id="{45CA0AEE-2180-491C-9E27-FC2B1F8441CD}" type="datetimeFigureOut">
              <a:rPr lang="en-US" smtClean="0"/>
              <a:t>4/16/2025</a:t>
            </a:fld>
            <a:endParaRPr lang="en-US"/>
          </a:p>
        </p:txBody>
      </p:sp>
      <p:sp>
        <p:nvSpPr>
          <p:cNvPr id="5" name="Footer Placeholder 4">
            <a:extLst>
              <a:ext uri="{FF2B5EF4-FFF2-40B4-BE49-F238E27FC236}">
                <a16:creationId xmlns:a16="http://schemas.microsoft.com/office/drawing/2014/main" id="{46F04BC7-5948-33BE-E71C-71B51D364A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6F10A-B168-908A-E10C-3CFD03070852}"/>
              </a:ext>
            </a:extLst>
          </p:cNvPr>
          <p:cNvSpPr>
            <a:spLocks noGrp="1"/>
          </p:cNvSpPr>
          <p:nvPr>
            <p:ph type="sldNum" sz="quarter" idx="12"/>
          </p:nvPr>
        </p:nvSpPr>
        <p:spPr/>
        <p:txBody>
          <a:bodyPr/>
          <a:lstStyle/>
          <a:p>
            <a:fld id="{611070ED-0AEC-4418-B576-DCAEA352E2E3}" type="slidenum">
              <a:rPr lang="en-US" smtClean="0"/>
              <a:t>‹#›</a:t>
            </a:fld>
            <a:endParaRPr lang="en-US"/>
          </a:p>
        </p:txBody>
      </p:sp>
    </p:spTree>
    <p:extLst>
      <p:ext uri="{BB962C8B-B14F-4D97-AF65-F5344CB8AC3E}">
        <p14:creationId xmlns:p14="http://schemas.microsoft.com/office/powerpoint/2010/main" val="21375520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5486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2D6C53-403C-74D5-AE38-CB8EE161D2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75E47D-009F-6B34-556E-5F54E4E086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48AC15-E361-E5C0-81AF-710827606D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CA0AEE-2180-491C-9E27-FC2B1F8441CD}" type="datetimeFigureOut">
              <a:rPr lang="en-US" smtClean="0"/>
              <a:t>4/16/2025</a:t>
            </a:fld>
            <a:endParaRPr lang="en-US"/>
          </a:p>
        </p:txBody>
      </p:sp>
      <p:sp>
        <p:nvSpPr>
          <p:cNvPr id="5" name="Footer Placeholder 4">
            <a:extLst>
              <a:ext uri="{FF2B5EF4-FFF2-40B4-BE49-F238E27FC236}">
                <a16:creationId xmlns:a16="http://schemas.microsoft.com/office/drawing/2014/main" id="{26373701-4539-D46D-B7EA-F9C31048A7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DF6842F-60F3-F828-F68C-1181DD5A54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1070ED-0AEC-4418-B576-DCAEA352E2E3}" type="slidenum">
              <a:rPr lang="en-US" smtClean="0"/>
              <a:t>‹#›</a:t>
            </a:fld>
            <a:endParaRPr lang="en-US"/>
          </a:p>
        </p:txBody>
      </p:sp>
    </p:spTree>
    <p:extLst>
      <p:ext uri="{BB962C8B-B14F-4D97-AF65-F5344CB8AC3E}">
        <p14:creationId xmlns:p14="http://schemas.microsoft.com/office/powerpoint/2010/main" val="3541474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838200" y="2172276"/>
            <a:ext cx="10363200" cy="845488"/>
          </a:xfrm>
          <a:prstGeom prst="rect">
            <a:avLst/>
          </a:prstGeom>
        </p:spPr>
        <p:txBody>
          <a:bodyPr vert="horz" wrap="square" lIns="0" tIns="69215" rIns="0" bIns="0" rtlCol="0">
            <a:spAutoFit/>
          </a:bodyPr>
          <a:lstStyle/>
          <a:p>
            <a:pPr marL="12065" marR="5080" indent="120014" algn="ctr">
              <a:lnSpc>
                <a:spcPct val="89800"/>
              </a:lnSpc>
              <a:spcBef>
                <a:spcPts val="545"/>
              </a:spcBef>
            </a:pPr>
            <a:r>
              <a:rPr lang="en-IN" sz="2800" dirty="0">
                <a:solidFill>
                  <a:schemeClr val="tx1"/>
                </a:solidFill>
              </a:rPr>
              <a:t>IOT-BASED GAS LEVEL DETECTION AND AUTOMATED BOOKING SYSTEM WITH SMOKE DETECTION</a:t>
            </a:r>
            <a:endParaRPr sz="2800" dirty="0">
              <a:solidFill>
                <a:schemeClr val="tx1"/>
              </a:solidFill>
            </a:endParaRPr>
          </a:p>
        </p:txBody>
      </p:sp>
      <p:sp>
        <p:nvSpPr>
          <p:cNvPr id="10" name="object 10"/>
          <p:cNvSpPr txBox="1"/>
          <p:nvPr/>
        </p:nvSpPr>
        <p:spPr>
          <a:xfrm>
            <a:off x="808170" y="3911119"/>
            <a:ext cx="3255284" cy="2451953"/>
          </a:xfrm>
          <a:prstGeom prst="rect">
            <a:avLst/>
          </a:prstGeom>
        </p:spPr>
        <p:txBody>
          <a:bodyPr vert="horz" wrap="square" lIns="0" tIns="12700" rIns="0" bIns="0" rtlCol="0">
            <a:spAutoFit/>
          </a:bodyPr>
          <a:lstStyle/>
          <a:p>
            <a:pPr marL="12700">
              <a:lnSpc>
                <a:spcPct val="100000"/>
              </a:lnSpc>
              <a:spcBef>
                <a:spcPts val="100"/>
              </a:spcBef>
            </a:pPr>
            <a:r>
              <a:rPr sz="1800" b="1" dirty="0">
                <a:solidFill>
                  <a:schemeClr val="tx1"/>
                </a:solidFill>
                <a:latin typeface="Times New Roman"/>
                <a:cs typeface="Times New Roman"/>
              </a:rPr>
              <a:t>PROJECT</a:t>
            </a:r>
            <a:r>
              <a:rPr sz="1800" b="1" spc="-55" dirty="0">
                <a:solidFill>
                  <a:schemeClr val="tx1"/>
                </a:solidFill>
                <a:latin typeface="Times New Roman"/>
                <a:cs typeface="Times New Roman"/>
              </a:rPr>
              <a:t> </a:t>
            </a:r>
            <a:r>
              <a:rPr sz="1800" b="1" spc="-10" dirty="0">
                <a:solidFill>
                  <a:schemeClr val="tx1"/>
                </a:solidFill>
                <a:latin typeface="Times New Roman"/>
                <a:cs typeface="Times New Roman"/>
              </a:rPr>
              <a:t>SUPERVISOR</a:t>
            </a:r>
            <a:endParaRPr sz="1800" dirty="0">
              <a:solidFill>
                <a:schemeClr val="tx1"/>
              </a:solidFill>
              <a:latin typeface="Times New Roman"/>
              <a:cs typeface="Times New Roman"/>
            </a:endParaRPr>
          </a:p>
          <a:p>
            <a:pPr>
              <a:lnSpc>
                <a:spcPct val="100000"/>
              </a:lnSpc>
              <a:spcBef>
                <a:spcPts val="409"/>
              </a:spcBef>
            </a:pPr>
            <a:endParaRPr sz="1800" dirty="0">
              <a:solidFill>
                <a:schemeClr val="tx1"/>
              </a:solidFill>
              <a:latin typeface="Times New Roman"/>
              <a:cs typeface="Times New Roman"/>
            </a:endParaRPr>
          </a:p>
          <a:p>
            <a:pPr marL="12700" marR="575945">
              <a:lnSpc>
                <a:spcPct val="149500"/>
              </a:lnSpc>
            </a:pPr>
            <a:r>
              <a:rPr lang="en-US" sz="2000" dirty="0">
                <a:solidFill>
                  <a:schemeClr val="tx1"/>
                </a:solidFill>
                <a:latin typeface="Times New Roman"/>
                <a:cs typeface="Times New Roman"/>
              </a:rPr>
              <a:t>Mr.</a:t>
            </a:r>
            <a:r>
              <a:rPr lang="en-US" sz="2000" spc="-60" dirty="0">
                <a:solidFill>
                  <a:schemeClr val="tx1"/>
                </a:solidFill>
                <a:latin typeface="Times New Roman"/>
                <a:cs typeface="Times New Roman"/>
              </a:rPr>
              <a:t> </a:t>
            </a:r>
            <a:r>
              <a:rPr lang="en-US" sz="2000" spc="-60" dirty="0">
                <a:latin typeface="Times New Roman"/>
                <a:cs typeface="Times New Roman"/>
              </a:rPr>
              <a:t>Ch. </a:t>
            </a:r>
            <a:r>
              <a:rPr lang="en-US" sz="2000" spc="-60" dirty="0" err="1">
                <a:latin typeface="Times New Roman"/>
                <a:cs typeface="Times New Roman"/>
              </a:rPr>
              <a:t>Krishnarao</a:t>
            </a:r>
            <a:r>
              <a:rPr lang="en-US" sz="2000" spc="-60" dirty="0">
                <a:latin typeface="Times New Roman"/>
                <a:cs typeface="Times New Roman"/>
              </a:rPr>
              <a:t> Yadav</a:t>
            </a:r>
            <a:r>
              <a:rPr lang="en-US" sz="2000" spc="-10" dirty="0">
                <a:solidFill>
                  <a:schemeClr val="tx1"/>
                </a:solidFill>
                <a:latin typeface="Times New Roman"/>
                <a:cs typeface="Times New Roman"/>
              </a:rPr>
              <a:t> </a:t>
            </a:r>
            <a:r>
              <a:rPr lang="en-US" sz="2000" dirty="0">
                <a:solidFill>
                  <a:schemeClr val="tx1"/>
                </a:solidFill>
                <a:latin typeface="Times New Roman"/>
                <a:cs typeface="Times New Roman"/>
              </a:rPr>
              <a:t>Assistant</a:t>
            </a:r>
            <a:r>
              <a:rPr lang="en-US" sz="2000" spc="-25" dirty="0">
                <a:solidFill>
                  <a:schemeClr val="tx1"/>
                </a:solidFill>
                <a:latin typeface="Times New Roman"/>
                <a:cs typeface="Times New Roman"/>
              </a:rPr>
              <a:t> </a:t>
            </a:r>
            <a:r>
              <a:rPr lang="en-US" sz="2000" spc="-10" dirty="0">
                <a:solidFill>
                  <a:schemeClr val="tx1"/>
                </a:solidFill>
                <a:latin typeface="Times New Roman"/>
                <a:cs typeface="Times New Roman"/>
              </a:rPr>
              <a:t>Professor(c) </a:t>
            </a:r>
            <a:r>
              <a:rPr lang="en-US" sz="2000" dirty="0">
                <a:solidFill>
                  <a:schemeClr val="tx1"/>
                </a:solidFill>
                <a:latin typeface="Times New Roman"/>
                <a:cs typeface="Times New Roman"/>
              </a:rPr>
              <a:t>Dept</a:t>
            </a:r>
            <a:r>
              <a:rPr lang="en-US" sz="2000" spc="-5" dirty="0">
                <a:solidFill>
                  <a:schemeClr val="tx1"/>
                </a:solidFill>
                <a:latin typeface="Times New Roman"/>
                <a:cs typeface="Times New Roman"/>
              </a:rPr>
              <a:t> </a:t>
            </a:r>
            <a:r>
              <a:rPr lang="en-US" sz="2000" dirty="0">
                <a:solidFill>
                  <a:schemeClr val="tx1"/>
                </a:solidFill>
                <a:latin typeface="Times New Roman"/>
                <a:cs typeface="Times New Roman"/>
              </a:rPr>
              <a:t>of</a:t>
            </a:r>
            <a:r>
              <a:rPr lang="en-US" sz="2000" spc="-5" dirty="0">
                <a:solidFill>
                  <a:schemeClr val="tx1"/>
                </a:solidFill>
                <a:latin typeface="Times New Roman"/>
                <a:cs typeface="Times New Roman"/>
              </a:rPr>
              <a:t> </a:t>
            </a:r>
            <a:r>
              <a:rPr lang="en-US" sz="2000" spc="-25" dirty="0">
                <a:solidFill>
                  <a:schemeClr val="tx1"/>
                </a:solidFill>
                <a:latin typeface="Times New Roman"/>
                <a:cs typeface="Times New Roman"/>
              </a:rPr>
              <a:t>ECE</a:t>
            </a:r>
            <a:endParaRPr lang="en-US" sz="2000" dirty="0">
              <a:solidFill>
                <a:schemeClr val="tx1"/>
              </a:solidFill>
              <a:latin typeface="Times New Roman"/>
              <a:cs typeface="Times New Roman"/>
            </a:endParaRPr>
          </a:p>
          <a:p>
            <a:pPr marL="12700">
              <a:lnSpc>
                <a:spcPct val="100000"/>
              </a:lnSpc>
              <a:spcBef>
                <a:spcPts val="1070"/>
              </a:spcBef>
            </a:pPr>
            <a:r>
              <a:rPr lang="en-US" sz="2000" dirty="0">
                <a:solidFill>
                  <a:schemeClr val="tx1"/>
                </a:solidFill>
                <a:latin typeface="Times New Roman"/>
                <a:cs typeface="Times New Roman"/>
              </a:rPr>
              <a:t>UCEN-</a:t>
            </a:r>
            <a:r>
              <a:rPr lang="en-US" sz="2000" spc="-15" dirty="0">
                <a:solidFill>
                  <a:schemeClr val="tx1"/>
                </a:solidFill>
                <a:latin typeface="Times New Roman"/>
                <a:cs typeface="Times New Roman"/>
              </a:rPr>
              <a:t> </a:t>
            </a:r>
            <a:r>
              <a:rPr lang="en-US" sz="2000" spc="-20" dirty="0">
                <a:solidFill>
                  <a:schemeClr val="tx1"/>
                </a:solidFill>
                <a:latin typeface="Times New Roman"/>
                <a:cs typeface="Times New Roman"/>
              </a:rPr>
              <a:t>JNTUK</a:t>
            </a:r>
            <a:endParaRPr lang="en-US" sz="2000" dirty="0">
              <a:solidFill>
                <a:schemeClr val="tx1"/>
              </a:solidFill>
              <a:latin typeface="Times New Roman"/>
              <a:cs typeface="Times New Roman"/>
            </a:endParaRPr>
          </a:p>
        </p:txBody>
      </p:sp>
      <p:sp>
        <p:nvSpPr>
          <p:cNvPr id="11" name="object 11"/>
          <p:cNvSpPr txBox="1"/>
          <p:nvPr/>
        </p:nvSpPr>
        <p:spPr>
          <a:xfrm>
            <a:off x="6654800" y="3911119"/>
            <a:ext cx="5744484" cy="2413481"/>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chemeClr val="tx1"/>
                </a:solidFill>
                <a:latin typeface="Times New Roman"/>
                <a:cs typeface="Times New Roman"/>
              </a:rPr>
              <a:t>PROJECT</a:t>
            </a:r>
            <a:r>
              <a:rPr sz="1800" b="1" spc="-120" dirty="0">
                <a:solidFill>
                  <a:schemeClr val="tx1"/>
                </a:solidFill>
                <a:latin typeface="Times New Roman"/>
                <a:cs typeface="Times New Roman"/>
              </a:rPr>
              <a:t> </a:t>
            </a:r>
            <a:r>
              <a:rPr sz="1800" b="1" spc="-10" dirty="0">
                <a:solidFill>
                  <a:schemeClr val="tx1"/>
                </a:solidFill>
                <a:latin typeface="Times New Roman"/>
                <a:cs typeface="Times New Roman"/>
              </a:rPr>
              <a:t>ASSOCIATES</a:t>
            </a:r>
            <a:r>
              <a:rPr sz="1800" b="1" spc="25" dirty="0">
                <a:solidFill>
                  <a:schemeClr val="tx1"/>
                </a:solidFill>
                <a:latin typeface="Times New Roman"/>
                <a:cs typeface="Times New Roman"/>
              </a:rPr>
              <a:t> </a:t>
            </a:r>
            <a:r>
              <a:rPr sz="1800" b="1" spc="-10" dirty="0">
                <a:solidFill>
                  <a:schemeClr val="tx1"/>
                </a:solidFill>
                <a:latin typeface="Times New Roman"/>
                <a:cs typeface="Times New Roman"/>
              </a:rPr>
              <a:t>(Batch-</a:t>
            </a:r>
            <a:r>
              <a:rPr lang="en-IN" b="1" spc="-25" dirty="0">
                <a:latin typeface="Times New Roman"/>
                <a:cs typeface="Times New Roman"/>
              </a:rPr>
              <a:t>6</a:t>
            </a:r>
            <a:r>
              <a:rPr sz="1800" b="1" spc="-25" dirty="0">
                <a:solidFill>
                  <a:schemeClr val="tx1"/>
                </a:solidFill>
                <a:latin typeface="Times New Roman"/>
                <a:cs typeface="Times New Roman"/>
              </a:rPr>
              <a:t>)</a:t>
            </a:r>
            <a:endParaRPr sz="1800" dirty="0">
              <a:solidFill>
                <a:schemeClr val="tx1"/>
              </a:solidFill>
              <a:latin typeface="Times New Roman"/>
              <a:cs typeface="Times New Roman"/>
            </a:endParaRPr>
          </a:p>
          <a:p>
            <a:pPr>
              <a:lnSpc>
                <a:spcPct val="100000"/>
              </a:lnSpc>
              <a:spcBef>
                <a:spcPts val="1475"/>
              </a:spcBef>
            </a:pPr>
            <a:endParaRPr sz="1800" dirty="0">
              <a:solidFill>
                <a:schemeClr val="tx1"/>
              </a:solidFill>
              <a:latin typeface="Times New Roman"/>
              <a:cs typeface="Times New Roman"/>
            </a:endParaRPr>
          </a:p>
          <a:p>
            <a:pPr marL="281940" indent="-227329">
              <a:lnSpc>
                <a:spcPct val="100000"/>
              </a:lnSpc>
              <a:spcBef>
                <a:spcPts val="5"/>
              </a:spcBef>
              <a:buAutoNum type="arabicPeriod"/>
              <a:tabLst>
                <a:tab pos="281940" algn="l"/>
              </a:tabLst>
            </a:pPr>
            <a:r>
              <a:rPr lang="en-US" sz="2000" dirty="0">
                <a:solidFill>
                  <a:schemeClr val="tx1"/>
                </a:solidFill>
                <a:latin typeface="Times New Roman"/>
                <a:cs typeface="Times New Roman"/>
              </a:rPr>
              <a:t>21031A0441</a:t>
            </a:r>
            <a:r>
              <a:rPr lang="en-US" sz="2000" spc="-20" dirty="0">
                <a:solidFill>
                  <a:schemeClr val="tx1"/>
                </a:solidFill>
                <a:latin typeface="Times New Roman"/>
                <a:cs typeface="Times New Roman"/>
              </a:rPr>
              <a:t> </a:t>
            </a:r>
            <a:r>
              <a:rPr lang="en-US" sz="2000" dirty="0">
                <a:solidFill>
                  <a:schemeClr val="tx1"/>
                </a:solidFill>
                <a:latin typeface="Times New Roman"/>
                <a:cs typeface="Times New Roman"/>
              </a:rPr>
              <a:t>–</a:t>
            </a:r>
            <a:r>
              <a:rPr lang="en-US" sz="2000" spc="-20" dirty="0">
                <a:solidFill>
                  <a:schemeClr val="tx1"/>
                </a:solidFill>
                <a:latin typeface="Times New Roman"/>
                <a:cs typeface="Times New Roman"/>
              </a:rPr>
              <a:t> </a:t>
            </a:r>
            <a:r>
              <a:rPr lang="en-US" sz="2000" spc="-10" dirty="0">
                <a:latin typeface="Times New Roman"/>
                <a:cs typeface="Times New Roman"/>
              </a:rPr>
              <a:t>N. C. Sekhar Reddy</a:t>
            </a:r>
            <a:endParaRPr lang="en-US" sz="2000" dirty="0">
              <a:solidFill>
                <a:schemeClr val="tx1"/>
              </a:solidFill>
              <a:latin typeface="Times New Roman"/>
              <a:cs typeface="Times New Roman"/>
            </a:endParaRPr>
          </a:p>
          <a:p>
            <a:pPr marL="297180" indent="-227965">
              <a:lnSpc>
                <a:spcPct val="100000"/>
              </a:lnSpc>
              <a:spcBef>
                <a:spcPts val="1070"/>
              </a:spcBef>
              <a:buAutoNum type="arabicPeriod"/>
              <a:tabLst>
                <a:tab pos="297180" algn="l"/>
              </a:tabLst>
            </a:pPr>
            <a:r>
              <a:rPr lang="en-US" sz="2000" dirty="0">
                <a:solidFill>
                  <a:schemeClr val="tx1"/>
                </a:solidFill>
                <a:latin typeface="Times New Roman"/>
                <a:cs typeface="Times New Roman"/>
              </a:rPr>
              <a:t>21031A0446</a:t>
            </a:r>
            <a:r>
              <a:rPr lang="en-US" sz="2000" spc="-20" dirty="0">
                <a:solidFill>
                  <a:schemeClr val="tx1"/>
                </a:solidFill>
                <a:latin typeface="Times New Roman"/>
                <a:cs typeface="Times New Roman"/>
              </a:rPr>
              <a:t> </a:t>
            </a:r>
            <a:r>
              <a:rPr lang="en-US" sz="2000" dirty="0">
                <a:solidFill>
                  <a:schemeClr val="tx1"/>
                </a:solidFill>
                <a:latin typeface="Times New Roman"/>
                <a:cs typeface="Times New Roman"/>
              </a:rPr>
              <a:t>–</a:t>
            </a:r>
            <a:r>
              <a:rPr lang="en-US" sz="2000" spc="-20" dirty="0">
                <a:solidFill>
                  <a:schemeClr val="tx1"/>
                </a:solidFill>
                <a:latin typeface="Times New Roman"/>
                <a:cs typeface="Times New Roman"/>
              </a:rPr>
              <a:t> </a:t>
            </a:r>
            <a:r>
              <a:rPr lang="en-US" sz="2000" spc="-10" dirty="0">
                <a:latin typeface="Times New Roman"/>
                <a:cs typeface="Times New Roman"/>
              </a:rPr>
              <a:t>P. </a:t>
            </a:r>
            <a:r>
              <a:rPr lang="en-US" sz="2000" spc="-10" dirty="0" err="1">
                <a:latin typeface="Times New Roman"/>
                <a:cs typeface="Times New Roman"/>
              </a:rPr>
              <a:t>Sathvika</a:t>
            </a:r>
            <a:endParaRPr lang="en-US" sz="2000" dirty="0">
              <a:solidFill>
                <a:schemeClr val="tx1"/>
              </a:solidFill>
              <a:latin typeface="Times New Roman"/>
              <a:cs typeface="Times New Roman"/>
            </a:endParaRPr>
          </a:p>
          <a:p>
            <a:pPr marL="265430" indent="-227965">
              <a:lnSpc>
                <a:spcPct val="100000"/>
              </a:lnSpc>
              <a:spcBef>
                <a:spcPts val="1065"/>
              </a:spcBef>
              <a:buAutoNum type="arabicPeriod"/>
              <a:tabLst>
                <a:tab pos="265430" algn="l"/>
              </a:tabLst>
            </a:pPr>
            <a:r>
              <a:rPr lang="en-US" sz="2000" dirty="0">
                <a:solidFill>
                  <a:schemeClr val="tx1"/>
                </a:solidFill>
                <a:latin typeface="Times New Roman"/>
                <a:cs typeface="Times New Roman"/>
              </a:rPr>
              <a:t>21031A0403 –</a:t>
            </a:r>
            <a:r>
              <a:rPr lang="en-US" sz="2000" spc="-20" dirty="0">
                <a:solidFill>
                  <a:schemeClr val="tx1"/>
                </a:solidFill>
                <a:latin typeface="Times New Roman"/>
                <a:cs typeface="Times New Roman"/>
              </a:rPr>
              <a:t> A. Amrutha</a:t>
            </a:r>
            <a:endParaRPr lang="en-US" sz="2000" dirty="0">
              <a:solidFill>
                <a:schemeClr val="tx1"/>
              </a:solidFill>
              <a:latin typeface="Times New Roman"/>
              <a:cs typeface="Times New Roman"/>
            </a:endParaRPr>
          </a:p>
          <a:p>
            <a:pPr marL="278130" indent="-227965">
              <a:lnSpc>
                <a:spcPct val="100000"/>
              </a:lnSpc>
              <a:spcBef>
                <a:spcPts val="1070"/>
              </a:spcBef>
              <a:buAutoNum type="arabicPeriod"/>
              <a:tabLst>
                <a:tab pos="278130" algn="l"/>
              </a:tabLst>
            </a:pPr>
            <a:r>
              <a:rPr lang="en-US" sz="2000" dirty="0">
                <a:solidFill>
                  <a:schemeClr val="tx1"/>
                </a:solidFill>
                <a:latin typeface="Times New Roman"/>
                <a:cs typeface="Times New Roman"/>
              </a:rPr>
              <a:t>21031A0402</a:t>
            </a:r>
            <a:r>
              <a:rPr lang="en-US" sz="2000" spc="-20" dirty="0">
                <a:solidFill>
                  <a:schemeClr val="tx1"/>
                </a:solidFill>
                <a:latin typeface="Times New Roman"/>
                <a:cs typeface="Times New Roman"/>
              </a:rPr>
              <a:t> </a:t>
            </a:r>
            <a:r>
              <a:rPr lang="en-US" sz="2000" dirty="0">
                <a:solidFill>
                  <a:schemeClr val="tx1"/>
                </a:solidFill>
                <a:latin typeface="Times New Roman"/>
                <a:cs typeface="Times New Roman"/>
              </a:rPr>
              <a:t>–</a:t>
            </a:r>
            <a:r>
              <a:rPr lang="en-US" sz="2000" spc="-20" dirty="0">
                <a:solidFill>
                  <a:schemeClr val="tx1"/>
                </a:solidFill>
                <a:latin typeface="Times New Roman"/>
                <a:cs typeface="Times New Roman"/>
              </a:rPr>
              <a:t> A. Vikash</a:t>
            </a:r>
            <a:endParaRPr lang="en-US" sz="2000" dirty="0">
              <a:solidFill>
                <a:schemeClr val="tx1"/>
              </a:solidFill>
              <a:latin typeface="Times New Roman"/>
              <a:cs typeface="Times New Roman"/>
            </a:endParaRPr>
          </a:p>
        </p:txBody>
      </p:sp>
      <p:sp>
        <p:nvSpPr>
          <p:cNvPr id="2" name="TextBox 1">
            <a:extLst>
              <a:ext uri="{FF2B5EF4-FFF2-40B4-BE49-F238E27FC236}">
                <a16:creationId xmlns:a16="http://schemas.microsoft.com/office/drawing/2014/main" id="{A36C08A1-6B7A-32B0-2CB5-6F21C09A528F}"/>
              </a:ext>
            </a:extLst>
          </p:cNvPr>
          <p:cNvSpPr txBox="1"/>
          <p:nvPr/>
        </p:nvSpPr>
        <p:spPr>
          <a:xfrm>
            <a:off x="730052" y="533400"/>
            <a:ext cx="10439400" cy="1200329"/>
          </a:xfrm>
          <a:prstGeom prst="rect">
            <a:avLst/>
          </a:prstGeom>
          <a:noFill/>
        </p:spPr>
        <p:txBody>
          <a:bodyPr wrap="square" rtlCol="0">
            <a:spAutoFit/>
          </a:bodyPr>
          <a:lstStyle/>
          <a:p>
            <a:pPr algn="ctr"/>
            <a:r>
              <a:rPr lang="en-IN" sz="1800" b="1" dirty="0">
                <a:solidFill>
                  <a:schemeClr val="accent5">
                    <a:lumMod val="75000"/>
                  </a:schemeClr>
                </a:solidFill>
                <a:latin typeface="Times New Roman" panose="02020603050405020304" pitchFamily="18" charset="0"/>
                <a:cs typeface="Times New Roman" panose="02020603050405020304" pitchFamily="18" charset="0"/>
              </a:rPr>
              <a:t>JAWAHARLAL NEHRU TECHNOLOGICAL UNIVERSITY KAKINADA</a:t>
            </a:r>
            <a:br>
              <a:rPr lang="en-IN" sz="1800" b="1" dirty="0">
                <a:latin typeface="Times New Roman" panose="02020603050405020304" pitchFamily="18" charset="0"/>
                <a:cs typeface="Times New Roman" panose="02020603050405020304" pitchFamily="18" charset="0"/>
              </a:rPr>
            </a:br>
            <a:r>
              <a:rPr lang="en-IN" sz="1800" b="1" dirty="0">
                <a:solidFill>
                  <a:srgbClr val="FF0000"/>
                </a:solidFill>
                <a:latin typeface="Times New Roman" panose="02020603050405020304" pitchFamily="18" charset="0"/>
                <a:cs typeface="Times New Roman" panose="02020603050405020304" pitchFamily="18" charset="0"/>
              </a:rPr>
              <a:t>UNIVERSITY COLLEGE OF ENGINEERING NARASARSOPET</a:t>
            </a:r>
            <a:br>
              <a:rPr lang="en-IN" sz="1800" b="1" dirty="0">
                <a:latin typeface="Times New Roman" panose="02020603050405020304" pitchFamily="18" charset="0"/>
                <a:cs typeface="Times New Roman" panose="02020603050405020304" pitchFamily="18" charset="0"/>
              </a:rPr>
            </a:br>
            <a:r>
              <a:rPr lang="en-IN" sz="1800" b="1" dirty="0">
                <a:solidFill>
                  <a:srgbClr val="00B050"/>
                </a:solidFill>
                <a:latin typeface="Times New Roman" panose="02020603050405020304" pitchFamily="18" charset="0"/>
                <a:cs typeface="Times New Roman" panose="02020603050405020304" pitchFamily="18" charset="0"/>
              </a:rPr>
              <a:t>ELECTRONICS AND COMMUNICATION ENGINEEERING</a:t>
            </a:r>
            <a:endParaRPr lang="en-IN" sz="1800" b="1" dirty="0">
              <a:latin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234E0A2B-D65F-1866-4E31-05740DB61463}"/>
              </a:ext>
            </a:extLst>
          </p:cNvPr>
          <p:cNvPicPr>
            <a:picLocks noChangeAspect="1"/>
          </p:cNvPicPr>
          <p:nvPr/>
        </p:nvPicPr>
        <p:blipFill>
          <a:blip r:embed="rId2"/>
          <a:stretch>
            <a:fillRect/>
          </a:stretch>
        </p:blipFill>
        <p:spPr>
          <a:xfrm>
            <a:off x="317103" y="533400"/>
            <a:ext cx="1575593" cy="1348846"/>
          </a:xfrm>
          <a:prstGeom prst="rect">
            <a:avLst/>
          </a:prstGeom>
        </p:spPr>
      </p:pic>
      <p:pic>
        <p:nvPicPr>
          <p:cNvPr id="5" name="Picture 4">
            <a:extLst>
              <a:ext uri="{FF2B5EF4-FFF2-40B4-BE49-F238E27FC236}">
                <a16:creationId xmlns:a16="http://schemas.microsoft.com/office/drawing/2014/main" id="{0D2564BE-EA39-9D6D-5E9B-2D927470DE36}"/>
              </a:ext>
            </a:extLst>
          </p:cNvPr>
          <p:cNvPicPr>
            <a:picLocks noChangeAspect="1"/>
          </p:cNvPicPr>
          <p:nvPr/>
        </p:nvPicPr>
        <p:blipFill>
          <a:blip r:embed="rId2"/>
          <a:stretch>
            <a:fillRect/>
          </a:stretch>
        </p:blipFill>
        <p:spPr>
          <a:xfrm>
            <a:off x="10006807" y="533400"/>
            <a:ext cx="1575593" cy="134884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E7AD0-AB20-0287-BB95-D989C8089493}"/>
              </a:ext>
            </a:extLst>
          </p:cNvPr>
          <p:cNvSpPr>
            <a:spLocks noGrp="1"/>
          </p:cNvSpPr>
          <p:nvPr>
            <p:ph type="title"/>
          </p:nvPr>
        </p:nvSpPr>
        <p:spPr>
          <a:xfrm>
            <a:off x="4296697" y="-275303"/>
            <a:ext cx="4129547" cy="1553497"/>
          </a:xfrm>
        </p:spPr>
        <p:txBody>
          <a:bodyPr>
            <a:noAutofit/>
          </a:bodyPr>
          <a:lstStyle/>
          <a:p>
            <a:r>
              <a:rPr lang="en-US" sz="5000" b="1" dirty="0"/>
              <a:t>CONTENTS</a:t>
            </a:r>
          </a:p>
        </p:txBody>
      </p:sp>
      <p:sp>
        <p:nvSpPr>
          <p:cNvPr id="3" name="Content Placeholder 2">
            <a:extLst>
              <a:ext uri="{FF2B5EF4-FFF2-40B4-BE49-F238E27FC236}">
                <a16:creationId xmlns:a16="http://schemas.microsoft.com/office/drawing/2014/main" id="{A3246DCF-46AC-C071-D88A-0E5AB093736C}"/>
              </a:ext>
            </a:extLst>
          </p:cNvPr>
          <p:cNvSpPr>
            <a:spLocks noGrp="1"/>
          </p:cNvSpPr>
          <p:nvPr>
            <p:ph idx="1"/>
          </p:nvPr>
        </p:nvSpPr>
        <p:spPr>
          <a:xfrm>
            <a:off x="838200" y="1278194"/>
            <a:ext cx="10515600" cy="5702709"/>
          </a:xfrm>
        </p:spPr>
        <p:txBody>
          <a:bodyPr/>
          <a:lstStyle/>
          <a:p>
            <a:pPr marL="514350" indent="-514350">
              <a:buFont typeface="+mj-lt"/>
              <a:buAutoNum type="arabicPeriod"/>
            </a:pPr>
            <a:r>
              <a:rPr lang="en-US" dirty="0"/>
              <a:t>INTRODUCTION</a:t>
            </a:r>
          </a:p>
          <a:p>
            <a:pPr marL="514350" indent="-514350">
              <a:buFont typeface="+mj-lt"/>
              <a:buAutoNum type="arabicPeriod"/>
            </a:pPr>
            <a:r>
              <a:rPr lang="en-US" dirty="0"/>
              <a:t>EXISTING METHODS(literature survey)</a:t>
            </a:r>
          </a:p>
          <a:p>
            <a:pPr marL="514350" indent="-514350">
              <a:buFont typeface="+mj-lt"/>
              <a:buAutoNum type="arabicPeriod"/>
            </a:pPr>
            <a:r>
              <a:rPr lang="en-US" dirty="0"/>
              <a:t>PROPOSED METHOD</a:t>
            </a:r>
          </a:p>
          <a:p>
            <a:pPr marL="514350" indent="-514350">
              <a:buFont typeface="+mj-lt"/>
              <a:buAutoNum type="arabicPeriod"/>
            </a:pPr>
            <a:r>
              <a:rPr lang="en-US" dirty="0"/>
              <a:t>BLOCK DIGRAM</a:t>
            </a:r>
          </a:p>
          <a:p>
            <a:pPr marL="514350" indent="-514350">
              <a:buFont typeface="+mj-lt"/>
              <a:buAutoNum type="arabicPeriod"/>
            </a:pPr>
            <a:r>
              <a:rPr lang="en-US" dirty="0"/>
              <a:t>COMPONENTS</a:t>
            </a:r>
          </a:p>
          <a:p>
            <a:pPr marL="514350" indent="-514350">
              <a:buFont typeface="+mj-lt"/>
              <a:buAutoNum type="arabicPeriod"/>
            </a:pPr>
            <a:r>
              <a:rPr lang="en-US" dirty="0"/>
              <a:t>FLOW CHART</a:t>
            </a:r>
          </a:p>
          <a:p>
            <a:pPr marL="514350" indent="-514350">
              <a:buFont typeface="+mj-lt"/>
              <a:buAutoNum type="arabicPeriod"/>
            </a:pPr>
            <a:r>
              <a:rPr lang="en-US" dirty="0"/>
              <a:t>RESULTS</a:t>
            </a:r>
          </a:p>
          <a:p>
            <a:pPr marL="514350" indent="-514350">
              <a:buFont typeface="+mj-lt"/>
              <a:buAutoNum type="arabicPeriod"/>
            </a:pPr>
            <a:r>
              <a:rPr lang="en-US" dirty="0"/>
              <a:t>REFERENCES</a:t>
            </a:r>
          </a:p>
          <a:p>
            <a:pPr marL="514350" indent="-514350">
              <a:buFont typeface="+mj-lt"/>
              <a:buAutoNum type="arabicPeriod"/>
            </a:pPr>
            <a:endParaRPr lang="en-US" dirty="0"/>
          </a:p>
        </p:txBody>
      </p:sp>
    </p:spTree>
    <p:extLst>
      <p:ext uri="{BB962C8B-B14F-4D97-AF65-F5344CB8AC3E}">
        <p14:creationId xmlns:p14="http://schemas.microsoft.com/office/powerpoint/2010/main" val="1010252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BC1AE-B259-78ED-5B7D-37F50A63C893}"/>
              </a:ext>
            </a:extLst>
          </p:cNvPr>
          <p:cNvSpPr>
            <a:spLocks noGrp="1"/>
          </p:cNvSpPr>
          <p:nvPr>
            <p:ph type="title"/>
          </p:nvPr>
        </p:nvSpPr>
        <p:spPr>
          <a:xfrm>
            <a:off x="838200" y="-442451"/>
            <a:ext cx="10515600" cy="1750141"/>
          </a:xfrm>
        </p:spPr>
        <p:txBody>
          <a:bodyPr/>
          <a:lstStyle/>
          <a:p>
            <a:pPr algn="ctr"/>
            <a:r>
              <a:rPr lang="en-US" b="1" dirty="0"/>
              <a:t>INTRODUCTION</a:t>
            </a:r>
          </a:p>
        </p:txBody>
      </p:sp>
      <p:sp>
        <p:nvSpPr>
          <p:cNvPr id="3" name="Content Placeholder 2">
            <a:extLst>
              <a:ext uri="{FF2B5EF4-FFF2-40B4-BE49-F238E27FC236}">
                <a16:creationId xmlns:a16="http://schemas.microsoft.com/office/drawing/2014/main" id="{A23D51BC-223E-1020-E1A8-2351E04E6DCC}"/>
              </a:ext>
            </a:extLst>
          </p:cNvPr>
          <p:cNvSpPr>
            <a:spLocks noGrp="1"/>
          </p:cNvSpPr>
          <p:nvPr>
            <p:ph idx="1"/>
          </p:nvPr>
        </p:nvSpPr>
        <p:spPr>
          <a:xfrm>
            <a:off x="838200" y="1386348"/>
            <a:ext cx="10515600" cy="4790615"/>
          </a:xfrm>
        </p:spPr>
        <p:txBody>
          <a:bodyPr>
            <a:normAutofit/>
          </a:bodyPr>
          <a:lstStyle/>
          <a:p>
            <a:pPr algn="just"/>
            <a:r>
              <a:rPr lang="en-US" dirty="0"/>
              <a:t>The primary goal of the project is to detect gas level of LPG cylinders , which are commonly used in Indian homes.</a:t>
            </a:r>
          </a:p>
          <a:p>
            <a:pPr algn="just"/>
            <a:r>
              <a:rPr lang="en-US" dirty="0"/>
              <a:t>This project deals with finding the level of the gas in the cylinder and sending the information for booking of a new LPG cylinder when the gas is low , as well as sending an alert to the users using IoT.</a:t>
            </a:r>
          </a:p>
          <a:p>
            <a:pPr algn="just"/>
            <a:r>
              <a:rPr lang="en-US" dirty="0"/>
              <a:t>MQ6 LPG gas sensor is utilized as input for detecting leakages and sending alert notifications to the user and Load cell assists with automatic LPG booking.</a:t>
            </a:r>
          </a:p>
          <a:p>
            <a:pPr algn="just"/>
            <a:r>
              <a:rPr lang="en-US" dirty="0"/>
              <a:t>If a fire occurs , the system sends the alert to the user through the mobile with SMS notification.</a:t>
            </a:r>
          </a:p>
          <a:p>
            <a:pPr algn="just"/>
            <a:endParaRPr lang="en-US" dirty="0"/>
          </a:p>
        </p:txBody>
      </p:sp>
    </p:spTree>
    <p:extLst>
      <p:ext uri="{BB962C8B-B14F-4D97-AF65-F5344CB8AC3E}">
        <p14:creationId xmlns:p14="http://schemas.microsoft.com/office/powerpoint/2010/main" val="1752032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72B05-2C55-4CF2-8DB5-4E0D9600DB29}"/>
              </a:ext>
            </a:extLst>
          </p:cNvPr>
          <p:cNvSpPr>
            <a:spLocks noGrp="1"/>
          </p:cNvSpPr>
          <p:nvPr>
            <p:ph type="title"/>
          </p:nvPr>
        </p:nvSpPr>
        <p:spPr>
          <a:xfrm>
            <a:off x="838200" y="1"/>
            <a:ext cx="10515600" cy="1297857"/>
          </a:xfrm>
        </p:spPr>
        <p:txBody>
          <a:bodyPr/>
          <a:lstStyle/>
          <a:p>
            <a:pPr algn="ctr"/>
            <a:r>
              <a:rPr lang="en-US" b="1" dirty="0"/>
              <a:t>EXISTING METHODS(literature survey)</a:t>
            </a:r>
          </a:p>
        </p:txBody>
      </p:sp>
      <p:sp>
        <p:nvSpPr>
          <p:cNvPr id="3" name="Content Placeholder 2">
            <a:extLst>
              <a:ext uri="{FF2B5EF4-FFF2-40B4-BE49-F238E27FC236}">
                <a16:creationId xmlns:a16="http://schemas.microsoft.com/office/drawing/2014/main" id="{28805A80-A3D8-ACAA-C59F-74F94D739ED5}"/>
              </a:ext>
            </a:extLst>
          </p:cNvPr>
          <p:cNvSpPr>
            <a:spLocks noGrp="1"/>
          </p:cNvSpPr>
          <p:nvPr>
            <p:ph idx="1"/>
          </p:nvPr>
        </p:nvSpPr>
        <p:spPr>
          <a:xfrm>
            <a:off x="838200" y="1484671"/>
            <a:ext cx="10515600" cy="5034116"/>
          </a:xfrm>
        </p:spPr>
        <p:txBody>
          <a:bodyPr>
            <a:normAutofit fontScale="92500"/>
          </a:bodyPr>
          <a:lstStyle/>
          <a:p>
            <a:pPr marL="0" indent="0" algn="just">
              <a:buNone/>
            </a:pPr>
            <a:r>
              <a:rPr lang="en-US" dirty="0"/>
              <a:t>PAPER1: Gas Leakage Detection System for Industrial Plants using IoT:</a:t>
            </a:r>
          </a:p>
          <a:p>
            <a:pPr algn="just"/>
            <a:r>
              <a:rPr lang="en-US" dirty="0"/>
              <a:t>The most of the industrial fires are caused by gas leaks. These have terrible consequences for the equipment, human life (injuries and deaths), and the environment. Leakage detectors that are now available use on-site alarms to warn individuals nearby. As a result, this idea offers a leakage detector that sends an SMS warning to those who are worried. The presence of dangerous gases, such as LPG, Methane, and Benzene, is detected by this detector.</a:t>
            </a:r>
          </a:p>
          <a:p>
            <a:pPr algn="just"/>
            <a:r>
              <a:rPr lang="en-US" dirty="0"/>
              <a:t>LPG and Methane gases can catch fire, resulting in explosions. If inhaled in high enough concentrations, benzene is a carcinogen that can harm workers' health. As a result, detecting these gases is critical.</a:t>
            </a:r>
          </a:p>
        </p:txBody>
      </p:sp>
    </p:spTree>
    <p:extLst>
      <p:ext uri="{BB962C8B-B14F-4D97-AF65-F5344CB8AC3E}">
        <p14:creationId xmlns:p14="http://schemas.microsoft.com/office/powerpoint/2010/main" val="1213588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4CFD11-1374-4078-0754-E8D20F43A058}"/>
              </a:ext>
            </a:extLst>
          </p:cNvPr>
          <p:cNvSpPr>
            <a:spLocks noGrp="1"/>
          </p:cNvSpPr>
          <p:nvPr>
            <p:ph idx="1"/>
          </p:nvPr>
        </p:nvSpPr>
        <p:spPr>
          <a:xfrm>
            <a:off x="592393" y="311457"/>
            <a:ext cx="10515600" cy="5735382"/>
          </a:xfrm>
        </p:spPr>
        <p:txBody>
          <a:bodyPr/>
          <a:lstStyle/>
          <a:p>
            <a:pPr marL="0" indent="0" algn="just">
              <a:buNone/>
            </a:pPr>
            <a:r>
              <a:rPr lang="en-US" dirty="0"/>
              <a:t>PAPER  2: Detection and Location Identification System for Pipeline Gas Leakage:</a:t>
            </a:r>
          </a:p>
          <a:p>
            <a:pPr algn="just"/>
            <a:r>
              <a:rPr lang="en-US" dirty="0"/>
              <a:t>Every minor task on this globe is automated by the cyberspace of belongings, making our lives easier. The internet of things is now being used for security purposes as well. The main issue today is the discharge of gas from pipelines. The primary mental goal of this research is to identify gas leaks in the pipeline. Again and again, gas detection sensors will be utilized to inspect the pipelines, If there is a leak in the pipeline, it will be detected, and information such as the name of the gas, its pressure rate, and the location of the leak will be sent to mobile phones, laptops, and other IOT devices.</a:t>
            </a:r>
          </a:p>
        </p:txBody>
      </p:sp>
    </p:spTree>
    <p:extLst>
      <p:ext uri="{BB962C8B-B14F-4D97-AF65-F5344CB8AC3E}">
        <p14:creationId xmlns:p14="http://schemas.microsoft.com/office/powerpoint/2010/main" val="2660106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D650C-25F2-E1E4-5EDC-71BB304B5CC6}"/>
              </a:ext>
            </a:extLst>
          </p:cNvPr>
          <p:cNvSpPr>
            <a:spLocks noGrp="1"/>
          </p:cNvSpPr>
          <p:nvPr>
            <p:ph type="title"/>
          </p:nvPr>
        </p:nvSpPr>
        <p:spPr>
          <a:xfrm>
            <a:off x="838200" y="1"/>
            <a:ext cx="10515600" cy="1120876"/>
          </a:xfrm>
        </p:spPr>
        <p:txBody>
          <a:bodyPr/>
          <a:lstStyle/>
          <a:p>
            <a:pPr algn="ctr"/>
            <a:r>
              <a:rPr lang="en-US" b="1" dirty="0"/>
              <a:t>PROPOSED METHOD </a:t>
            </a:r>
          </a:p>
        </p:txBody>
      </p:sp>
      <p:sp>
        <p:nvSpPr>
          <p:cNvPr id="3" name="Content Placeholder 2">
            <a:extLst>
              <a:ext uri="{FF2B5EF4-FFF2-40B4-BE49-F238E27FC236}">
                <a16:creationId xmlns:a16="http://schemas.microsoft.com/office/drawing/2014/main" id="{0465BE35-D6D1-769E-9736-419846D5F022}"/>
              </a:ext>
            </a:extLst>
          </p:cNvPr>
          <p:cNvSpPr>
            <a:spLocks noGrp="1"/>
          </p:cNvSpPr>
          <p:nvPr>
            <p:ph idx="1"/>
          </p:nvPr>
        </p:nvSpPr>
        <p:spPr>
          <a:xfrm>
            <a:off x="838200" y="1120877"/>
            <a:ext cx="10515600" cy="5230762"/>
          </a:xfrm>
        </p:spPr>
        <p:txBody>
          <a:bodyPr/>
          <a:lstStyle/>
          <a:p>
            <a:pPr algn="just"/>
            <a:r>
              <a:rPr lang="en-US" dirty="0"/>
              <a:t>Gas level sensing and automation booking are created with a variety of features that are implemented using Arduino UNO , and this device will serve as a single system with different applications for LPG consumers.</a:t>
            </a:r>
          </a:p>
          <a:p>
            <a:pPr algn="just"/>
            <a:r>
              <a:rPr lang="en-US" dirty="0"/>
              <a:t>The device keeps track of the gas level of LPG Cylinder and displays it in the LCD </a:t>
            </a:r>
            <a:r>
              <a:rPr lang="en-US" dirty="0" err="1"/>
              <a:t>Dispaly</a:t>
            </a:r>
            <a:r>
              <a:rPr lang="en-US" dirty="0"/>
              <a:t>. It also uses a gas sensor to detect gas leaks, and if one is detected, the buzzer is activated and the user is notified through SMS.</a:t>
            </a:r>
          </a:p>
          <a:p>
            <a:pPr algn="just"/>
            <a:r>
              <a:rPr lang="en-US" dirty="0"/>
              <a:t>This includes the feature of ordering a new LPG cylinder if the gas level drops below the pre-defined threshold level. After that , it sends alert to the user.</a:t>
            </a:r>
          </a:p>
        </p:txBody>
      </p:sp>
    </p:spTree>
    <p:extLst>
      <p:ext uri="{BB962C8B-B14F-4D97-AF65-F5344CB8AC3E}">
        <p14:creationId xmlns:p14="http://schemas.microsoft.com/office/powerpoint/2010/main" val="3665902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B58811-3B4D-8DCE-2EB8-2EA7D8876E0D}"/>
              </a:ext>
            </a:extLst>
          </p:cNvPr>
          <p:cNvGrpSpPr/>
          <p:nvPr/>
        </p:nvGrpSpPr>
        <p:grpSpPr>
          <a:xfrm>
            <a:off x="3217652" y="1854679"/>
            <a:ext cx="5512279" cy="3933645"/>
            <a:chOff x="776377" y="1664898"/>
            <a:chExt cx="4556184" cy="3184210"/>
          </a:xfrm>
        </p:grpSpPr>
        <p:sp>
          <p:nvSpPr>
            <p:cNvPr id="5" name="Rectangle 4">
              <a:extLst>
                <a:ext uri="{FF2B5EF4-FFF2-40B4-BE49-F238E27FC236}">
                  <a16:creationId xmlns:a16="http://schemas.microsoft.com/office/drawing/2014/main" id="{28E90B6F-2600-3C1F-6272-866EBE07F90C}"/>
                </a:ext>
              </a:extLst>
            </p:cNvPr>
            <p:cNvSpPr/>
            <p:nvPr/>
          </p:nvSpPr>
          <p:spPr>
            <a:xfrm>
              <a:off x="2432647" y="2708696"/>
              <a:ext cx="1406106" cy="2139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chemeClr val="tx1"/>
                  </a:solidFill>
                </a:rPr>
                <a:t>Arduino UNO</a:t>
              </a:r>
            </a:p>
            <a:p>
              <a:pPr algn="ctr"/>
              <a:r>
                <a:rPr lang="en-IN" dirty="0">
                  <a:solidFill>
                    <a:schemeClr val="tx1"/>
                  </a:solidFill>
                </a:rPr>
                <a:t>Board</a:t>
              </a:r>
            </a:p>
          </p:txBody>
        </p:sp>
        <p:sp>
          <p:nvSpPr>
            <p:cNvPr id="6" name="Rectangle 5">
              <a:extLst>
                <a:ext uri="{FF2B5EF4-FFF2-40B4-BE49-F238E27FC236}">
                  <a16:creationId xmlns:a16="http://schemas.microsoft.com/office/drawing/2014/main" id="{9BEB78A8-9DC6-6A41-A00C-3EE14466C858}"/>
                </a:ext>
              </a:extLst>
            </p:cNvPr>
            <p:cNvSpPr/>
            <p:nvPr/>
          </p:nvSpPr>
          <p:spPr>
            <a:xfrm>
              <a:off x="2648308" y="1664898"/>
              <a:ext cx="974785" cy="3450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000" dirty="0">
                  <a:solidFill>
                    <a:schemeClr val="tx1"/>
                  </a:solidFill>
                </a:rPr>
                <a:t>Power </a:t>
              </a:r>
            </a:p>
            <a:p>
              <a:pPr algn="ctr"/>
              <a:r>
                <a:rPr lang="en-IN" sz="1000" dirty="0">
                  <a:solidFill>
                    <a:schemeClr val="tx1"/>
                  </a:solidFill>
                </a:rPr>
                <a:t>supply</a:t>
              </a:r>
            </a:p>
          </p:txBody>
        </p:sp>
        <p:cxnSp>
          <p:nvCxnSpPr>
            <p:cNvPr id="7" name="Straight Arrow Connector 6">
              <a:extLst>
                <a:ext uri="{FF2B5EF4-FFF2-40B4-BE49-F238E27FC236}">
                  <a16:creationId xmlns:a16="http://schemas.microsoft.com/office/drawing/2014/main" id="{8DD16942-2E36-86B7-4DD3-FFAE3872D77A}"/>
                </a:ext>
              </a:extLst>
            </p:cNvPr>
            <p:cNvCxnSpPr>
              <a:stCxn id="6" idx="2"/>
              <a:endCxn id="5" idx="0"/>
            </p:cNvCxnSpPr>
            <p:nvPr/>
          </p:nvCxnSpPr>
          <p:spPr>
            <a:xfrm flipH="1">
              <a:off x="3135700" y="2009955"/>
              <a:ext cx="1" cy="6987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5395B061-7F30-72F7-B2EE-9316206E22C0}"/>
                </a:ext>
              </a:extLst>
            </p:cNvPr>
            <p:cNvSpPr/>
            <p:nvPr/>
          </p:nvSpPr>
          <p:spPr>
            <a:xfrm>
              <a:off x="776377" y="1856557"/>
              <a:ext cx="869829" cy="47445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Load Cell</a:t>
              </a:r>
            </a:p>
          </p:txBody>
        </p:sp>
        <p:sp>
          <p:nvSpPr>
            <p:cNvPr id="9" name="Rectangle 8">
              <a:extLst>
                <a:ext uri="{FF2B5EF4-FFF2-40B4-BE49-F238E27FC236}">
                  <a16:creationId xmlns:a16="http://schemas.microsoft.com/office/drawing/2014/main" id="{79231419-7E0D-036B-890D-25B8E945F4AF}"/>
                </a:ext>
              </a:extLst>
            </p:cNvPr>
            <p:cNvSpPr/>
            <p:nvPr/>
          </p:nvSpPr>
          <p:spPr>
            <a:xfrm>
              <a:off x="776377" y="2791201"/>
              <a:ext cx="869829" cy="47445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HX711 Amplifier</a:t>
              </a:r>
            </a:p>
          </p:txBody>
        </p:sp>
        <p:sp>
          <p:nvSpPr>
            <p:cNvPr id="10" name="Rectangle 9">
              <a:extLst>
                <a:ext uri="{FF2B5EF4-FFF2-40B4-BE49-F238E27FC236}">
                  <a16:creationId xmlns:a16="http://schemas.microsoft.com/office/drawing/2014/main" id="{AD7330AF-A989-2EC0-11E6-A1C0F91EF4AB}"/>
                </a:ext>
              </a:extLst>
            </p:cNvPr>
            <p:cNvSpPr/>
            <p:nvPr/>
          </p:nvSpPr>
          <p:spPr>
            <a:xfrm>
              <a:off x="790033" y="3541144"/>
              <a:ext cx="869829" cy="47445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MQ6 gas sensor</a:t>
              </a:r>
            </a:p>
          </p:txBody>
        </p:sp>
        <p:sp>
          <p:nvSpPr>
            <p:cNvPr id="11" name="Rectangle 10">
              <a:extLst>
                <a:ext uri="{FF2B5EF4-FFF2-40B4-BE49-F238E27FC236}">
                  <a16:creationId xmlns:a16="http://schemas.microsoft.com/office/drawing/2014/main" id="{B6254067-21CC-7C35-14A7-74451880FDCD}"/>
                </a:ext>
              </a:extLst>
            </p:cNvPr>
            <p:cNvSpPr/>
            <p:nvPr/>
          </p:nvSpPr>
          <p:spPr>
            <a:xfrm>
              <a:off x="790033" y="4374655"/>
              <a:ext cx="869829" cy="47445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Fire sensor</a:t>
              </a:r>
            </a:p>
          </p:txBody>
        </p:sp>
        <p:cxnSp>
          <p:nvCxnSpPr>
            <p:cNvPr id="12" name="Straight Arrow Connector 11">
              <a:extLst>
                <a:ext uri="{FF2B5EF4-FFF2-40B4-BE49-F238E27FC236}">
                  <a16:creationId xmlns:a16="http://schemas.microsoft.com/office/drawing/2014/main" id="{8180BD8E-1205-3E78-301A-52DE9E3B8881}"/>
                </a:ext>
              </a:extLst>
            </p:cNvPr>
            <p:cNvCxnSpPr>
              <a:stCxn id="8" idx="2"/>
              <a:endCxn id="9" idx="0"/>
            </p:cNvCxnSpPr>
            <p:nvPr/>
          </p:nvCxnSpPr>
          <p:spPr>
            <a:xfrm>
              <a:off x="1211292" y="2331010"/>
              <a:ext cx="0" cy="4601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A0F3632C-82CB-19AD-09CB-3FFCF3419A4C}"/>
                </a:ext>
              </a:extLst>
            </p:cNvPr>
            <p:cNvCxnSpPr>
              <a:stCxn id="9" idx="3"/>
            </p:cNvCxnSpPr>
            <p:nvPr/>
          </p:nvCxnSpPr>
          <p:spPr>
            <a:xfrm flipV="1">
              <a:off x="1646206" y="3028427"/>
              <a:ext cx="786441"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778C3FE-DBCB-9523-309B-51F298F399FB}"/>
                </a:ext>
              </a:extLst>
            </p:cNvPr>
            <p:cNvCxnSpPr>
              <a:stCxn id="10" idx="3"/>
              <a:endCxn id="5" idx="1"/>
            </p:cNvCxnSpPr>
            <p:nvPr/>
          </p:nvCxnSpPr>
          <p:spPr>
            <a:xfrm>
              <a:off x="1659862" y="3778371"/>
              <a:ext cx="7727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647994ED-CAA3-2DA9-A446-AF69E5731D61}"/>
                </a:ext>
              </a:extLst>
            </p:cNvPr>
            <p:cNvCxnSpPr>
              <a:stCxn id="11" idx="3"/>
            </p:cNvCxnSpPr>
            <p:nvPr/>
          </p:nvCxnSpPr>
          <p:spPr>
            <a:xfrm flipV="1">
              <a:off x="1659862" y="4611881"/>
              <a:ext cx="772785"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211C2DDF-138E-4D20-3212-2D55A31A1815}"/>
                </a:ext>
              </a:extLst>
            </p:cNvPr>
            <p:cNvSpPr/>
            <p:nvPr/>
          </p:nvSpPr>
          <p:spPr>
            <a:xfrm>
              <a:off x="4447636" y="2791201"/>
              <a:ext cx="869829" cy="47445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GSM A7670C</a:t>
              </a:r>
            </a:p>
          </p:txBody>
        </p:sp>
        <p:sp>
          <p:nvSpPr>
            <p:cNvPr id="17" name="Rectangle 16">
              <a:extLst>
                <a:ext uri="{FF2B5EF4-FFF2-40B4-BE49-F238E27FC236}">
                  <a16:creationId xmlns:a16="http://schemas.microsoft.com/office/drawing/2014/main" id="{559CCA42-DF8A-855A-83A7-0DA0789A70DE}"/>
                </a:ext>
              </a:extLst>
            </p:cNvPr>
            <p:cNvSpPr/>
            <p:nvPr/>
          </p:nvSpPr>
          <p:spPr>
            <a:xfrm>
              <a:off x="4462732" y="3541144"/>
              <a:ext cx="869829" cy="47445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LCD Display</a:t>
              </a:r>
            </a:p>
          </p:txBody>
        </p:sp>
        <p:sp>
          <p:nvSpPr>
            <p:cNvPr id="18" name="Rectangle 17">
              <a:extLst>
                <a:ext uri="{FF2B5EF4-FFF2-40B4-BE49-F238E27FC236}">
                  <a16:creationId xmlns:a16="http://schemas.microsoft.com/office/drawing/2014/main" id="{10A6198F-32AC-98B3-8FDC-FA8D39549628}"/>
                </a:ext>
              </a:extLst>
            </p:cNvPr>
            <p:cNvSpPr/>
            <p:nvPr/>
          </p:nvSpPr>
          <p:spPr>
            <a:xfrm>
              <a:off x="4462732" y="4291087"/>
              <a:ext cx="869829" cy="47445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Buzzer</a:t>
              </a:r>
            </a:p>
          </p:txBody>
        </p:sp>
        <p:cxnSp>
          <p:nvCxnSpPr>
            <p:cNvPr id="19" name="Connector: Elbow 18">
              <a:extLst>
                <a:ext uri="{FF2B5EF4-FFF2-40B4-BE49-F238E27FC236}">
                  <a16:creationId xmlns:a16="http://schemas.microsoft.com/office/drawing/2014/main" id="{A7FAD64C-80FD-6A5C-598E-A436CBB03B9C}"/>
                </a:ext>
              </a:extLst>
            </p:cNvPr>
            <p:cNvCxnSpPr>
              <a:stCxn id="16" idx="1"/>
            </p:cNvCxnSpPr>
            <p:nvPr/>
          </p:nvCxnSpPr>
          <p:spPr>
            <a:xfrm rot="10800000">
              <a:off x="3838754" y="3028428"/>
              <a:ext cx="608883"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433AD98D-48C5-B7A0-C4CB-08FC75150368}"/>
                </a:ext>
              </a:extLst>
            </p:cNvPr>
            <p:cNvCxnSpPr/>
            <p:nvPr/>
          </p:nvCxnSpPr>
          <p:spPr>
            <a:xfrm rot="10800000">
              <a:off x="3838753" y="3778370"/>
              <a:ext cx="608883" cy="1"/>
            </a:xfrm>
            <a:prstGeom prst="bentConnector3">
              <a:avLst>
                <a:gd name="adj1" fmla="val 7550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02608063-6B16-5CC5-3AF1-D7757AD6059B}"/>
                </a:ext>
              </a:extLst>
            </p:cNvPr>
            <p:cNvCxnSpPr/>
            <p:nvPr/>
          </p:nvCxnSpPr>
          <p:spPr>
            <a:xfrm rot="10800000">
              <a:off x="3838752" y="4528311"/>
              <a:ext cx="608883"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2" name="TextBox 21">
            <a:extLst>
              <a:ext uri="{FF2B5EF4-FFF2-40B4-BE49-F238E27FC236}">
                <a16:creationId xmlns:a16="http://schemas.microsoft.com/office/drawing/2014/main" id="{72A4D829-CB2E-07BD-1FFF-D54CD8C1FE79}"/>
              </a:ext>
            </a:extLst>
          </p:cNvPr>
          <p:cNvSpPr txBox="1"/>
          <p:nvPr/>
        </p:nvSpPr>
        <p:spPr>
          <a:xfrm>
            <a:off x="4806640" y="698957"/>
            <a:ext cx="2578719" cy="461665"/>
          </a:xfrm>
          <a:prstGeom prst="rect">
            <a:avLst/>
          </a:prstGeom>
          <a:noFill/>
        </p:spPr>
        <p:txBody>
          <a:bodyPr wrap="none" rtlCol="0">
            <a:spAutoFit/>
          </a:bodyPr>
          <a:lstStyle/>
          <a:p>
            <a:r>
              <a:rPr lang="en-IN" sz="2400" b="1" dirty="0"/>
              <a:t>BLOCK DIAGRAM</a:t>
            </a:r>
          </a:p>
        </p:txBody>
      </p:sp>
    </p:spTree>
    <p:extLst>
      <p:ext uri="{BB962C8B-B14F-4D97-AF65-F5344CB8AC3E}">
        <p14:creationId xmlns:p14="http://schemas.microsoft.com/office/powerpoint/2010/main" val="918196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040FF-714A-5956-F62C-CFC85CD1D237}"/>
              </a:ext>
            </a:extLst>
          </p:cNvPr>
          <p:cNvSpPr>
            <a:spLocks noGrp="1"/>
          </p:cNvSpPr>
          <p:nvPr>
            <p:ph type="ctrTitle"/>
          </p:nvPr>
        </p:nvSpPr>
        <p:spPr>
          <a:xfrm>
            <a:off x="1420483" y="108789"/>
            <a:ext cx="9144000" cy="1012645"/>
          </a:xfrm>
        </p:spPr>
        <p:txBody>
          <a:bodyPr>
            <a:normAutofit/>
          </a:bodyPr>
          <a:lstStyle/>
          <a:p>
            <a:r>
              <a:rPr lang="en-IN" sz="3200" b="1" dirty="0"/>
              <a:t>COMPONENTS</a:t>
            </a:r>
            <a:endParaRPr lang="en-IN" sz="2400" b="1" dirty="0"/>
          </a:p>
        </p:txBody>
      </p:sp>
      <p:sp>
        <p:nvSpPr>
          <p:cNvPr id="6" name="Content Placeholder 5">
            <a:extLst>
              <a:ext uri="{FF2B5EF4-FFF2-40B4-BE49-F238E27FC236}">
                <a16:creationId xmlns:a16="http://schemas.microsoft.com/office/drawing/2014/main" id="{372940DD-B077-EA57-055D-F5DE8386E450}"/>
              </a:ext>
            </a:extLst>
          </p:cNvPr>
          <p:cNvSpPr>
            <a:spLocks noGrp="1"/>
          </p:cNvSpPr>
          <p:nvPr>
            <p:ph type="subTitle" idx="1"/>
          </p:nvPr>
        </p:nvSpPr>
        <p:spPr>
          <a:xfrm>
            <a:off x="1524000" y="1302589"/>
            <a:ext cx="9144000" cy="3955211"/>
          </a:xfrm>
        </p:spPr>
        <p:txBody>
          <a:bodyPr>
            <a:normAutofit fontScale="85000" lnSpcReduction="20000"/>
          </a:bodyPr>
          <a:lstStyle/>
          <a:p>
            <a:pPr marL="0" indent="0" algn="l">
              <a:buNone/>
            </a:pPr>
            <a:r>
              <a:rPr lang="en-US" b="1" dirty="0"/>
              <a:t>Hardware Requirements: </a:t>
            </a:r>
          </a:p>
          <a:p>
            <a:pPr marL="342900" indent="-342900" algn="l">
              <a:buFont typeface="Wingdings" panose="05000000000000000000" pitchFamily="2" charset="2"/>
              <a:buChar char="§"/>
            </a:pPr>
            <a:r>
              <a:rPr lang="en-US" dirty="0"/>
              <a:t>Arduino UNO board</a:t>
            </a:r>
          </a:p>
          <a:p>
            <a:pPr marL="342900" indent="-342900" algn="l">
              <a:buFont typeface="Wingdings" panose="05000000000000000000" pitchFamily="2" charset="2"/>
              <a:buChar char="§"/>
            </a:pPr>
            <a:r>
              <a:rPr lang="en-US" dirty="0"/>
              <a:t>Load cell</a:t>
            </a:r>
          </a:p>
          <a:p>
            <a:pPr marL="342900" indent="-342900" algn="l">
              <a:buFont typeface="Wingdings" panose="05000000000000000000" pitchFamily="2" charset="2"/>
              <a:buChar char="§"/>
            </a:pPr>
            <a:r>
              <a:rPr lang="en-US" dirty="0"/>
              <a:t>MQ6 gas sensor</a:t>
            </a:r>
          </a:p>
          <a:p>
            <a:pPr marL="342900" indent="-342900" algn="l">
              <a:buFont typeface="Wingdings" panose="05000000000000000000" pitchFamily="2" charset="2"/>
              <a:buChar char="§"/>
            </a:pPr>
            <a:r>
              <a:rPr lang="en-US" dirty="0"/>
              <a:t>LCD Display</a:t>
            </a:r>
          </a:p>
          <a:p>
            <a:pPr marL="342900" indent="-342900" algn="l">
              <a:buFont typeface="Wingdings" panose="05000000000000000000" pitchFamily="2" charset="2"/>
              <a:buChar char="§"/>
            </a:pPr>
            <a:r>
              <a:rPr lang="en-US" dirty="0"/>
              <a:t>Flame sensor</a:t>
            </a:r>
          </a:p>
          <a:p>
            <a:pPr marL="342900" indent="-342900" algn="l">
              <a:buFont typeface="Wingdings" panose="05000000000000000000" pitchFamily="2" charset="2"/>
              <a:buChar char="§"/>
            </a:pPr>
            <a:r>
              <a:rPr lang="en-US" dirty="0"/>
              <a:t>GSM Module</a:t>
            </a:r>
          </a:p>
          <a:p>
            <a:pPr marL="342900" indent="-342900" algn="l">
              <a:buFont typeface="Wingdings" panose="05000000000000000000" pitchFamily="2" charset="2"/>
              <a:buChar char="§"/>
            </a:pPr>
            <a:r>
              <a:rPr lang="en-US" dirty="0"/>
              <a:t>Power supply 3.3-5V</a:t>
            </a:r>
          </a:p>
          <a:p>
            <a:pPr marL="342900" indent="-342900" algn="l">
              <a:buFont typeface="Wingdings" panose="05000000000000000000" pitchFamily="2" charset="2"/>
              <a:buChar char="§"/>
            </a:pPr>
            <a:r>
              <a:rPr lang="en-US" dirty="0"/>
              <a:t>Jumper wires</a:t>
            </a:r>
          </a:p>
          <a:p>
            <a:pPr marL="0" indent="0" algn="l">
              <a:buNone/>
            </a:pPr>
            <a:r>
              <a:rPr lang="en-US" b="1" dirty="0"/>
              <a:t>Software Requirements:</a:t>
            </a:r>
          </a:p>
          <a:p>
            <a:pPr marL="342900" indent="-342900" algn="l">
              <a:buFont typeface="Wingdings" panose="05000000000000000000" pitchFamily="2" charset="2"/>
              <a:buChar char="§"/>
            </a:pPr>
            <a:r>
              <a:rPr lang="en-US" dirty="0"/>
              <a:t>Arduino IDE</a:t>
            </a:r>
          </a:p>
          <a:p>
            <a:pPr algn="l"/>
            <a:endParaRPr lang="en-US" dirty="0"/>
          </a:p>
        </p:txBody>
      </p:sp>
    </p:spTree>
    <p:extLst>
      <p:ext uri="{BB962C8B-B14F-4D97-AF65-F5344CB8AC3E}">
        <p14:creationId xmlns:p14="http://schemas.microsoft.com/office/powerpoint/2010/main" val="2651287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5E439E-35F4-8CBF-FFD3-D27D0F3FA47B}"/>
              </a:ext>
            </a:extLst>
          </p:cNvPr>
          <p:cNvSpPr>
            <a:spLocks noGrp="1"/>
          </p:cNvSpPr>
          <p:nvPr>
            <p:ph idx="1"/>
          </p:nvPr>
        </p:nvSpPr>
        <p:spPr>
          <a:xfrm>
            <a:off x="838200" y="324465"/>
            <a:ext cx="10515600" cy="5852498"/>
          </a:xfrm>
        </p:spPr>
        <p:txBody>
          <a:bodyPr/>
          <a:lstStyle/>
          <a:p>
            <a:pPr marL="0" indent="0">
              <a:buNone/>
            </a:pPr>
            <a:r>
              <a:rPr lang="en-US" b="1" dirty="0"/>
              <a:t>Arduino UNO board:</a:t>
            </a:r>
          </a:p>
          <a:p>
            <a:pPr algn="just"/>
            <a:r>
              <a:rPr lang="en-US" b="0" i="0" dirty="0">
                <a:solidFill>
                  <a:srgbClr val="001D35"/>
                </a:solidFill>
                <a:effectLst/>
                <a:latin typeface="Google Sans"/>
              </a:rPr>
              <a:t> Arduino Uno board acts as the central control unit, responsible for reading analog signals from a gas sensor (like an MQ-6), interpreting the data to determine the gas concentration, and triggering alerts (like a buzzer or LED) when gas levels exceed a predefined threshold; essentially, the Arduino processes the raw sensor data and translates it into actionable information about the gas level in the environment. </a:t>
            </a:r>
            <a:endParaRPr lang="en-US" dirty="0"/>
          </a:p>
        </p:txBody>
      </p:sp>
      <p:pic>
        <p:nvPicPr>
          <p:cNvPr id="5" name="Picture 4">
            <a:extLst>
              <a:ext uri="{FF2B5EF4-FFF2-40B4-BE49-F238E27FC236}">
                <a16:creationId xmlns:a16="http://schemas.microsoft.com/office/drawing/2014/main" id="{D16FC385-E01A-3D07-C408-EE819446DA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1225" y="4129548"/>
            <a:ext cx="3549445" cy="2487562"/>
          </a:xfrm>
          <a:prstGeom prst="rect">
            <a:avLst/>
          </a:prstGeom>
        </p:spPr>
      </p:pic>
    </p:spTree>
    <p:extLst>
      <p:ext uri="{BB962C8B-B14F-4D97-AF65-F5344CB8AC3E}">
        <p14:creationId xmlns:p14="http://schemas.microsoft.com/office/powerpoint/2010/main" val="1766203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109F52-6498-F18F-267E-AD04F6E176A9}"/>
              </a:ext>
            </a:extLst>
          </p:cNvPr>
          <p:cNvSpPr>
            <a:spLocks noGrp="1"/>
          </p:cNvSpPr>
          <p:nvPr>
            <p:ph idx="1"/>
          </p:nvPr>
        </p:nvSpPr>
        <p:spPr>
          <a:xfrm>
            <a:off x="838200" y="137652"/>
            <a:ext cx="10515600" cy="6039311"/>
          </a:xfrm>
        </p:spPr>
        <p:txBody>
          <a:bodyPr/>
          <a:lstStyle/>
          <a:p>
            <a:pPr marL="0" indent="0">
              <a:buNone/>
            </a:pPr>
            <a:r>
              <a:rPr lang="en-US" sz="3000" b="1" dirty="0"/>
              <a:t>Load</a:t>
            </a:r>
            <a:r>
              <a:rPr lang="en-US" b="1" dirty="0"/>
              <a:t> cell:</a:t>
            </a:r>
          </a:p>
          <a:p>
            <a:pPr marL="0" indent="0" algn="just">
              <a:buNone/>
            </a:pPr>
            <a:r>
              <a:rPr lang="en-US" dirty="0"/>
              <a:t>A load cell is a type of transducer that detects force and converts it into an electrical signal. The load cells are employed because they provide precise weight. Most load cells employ a strain gauge to ensure precise </a:t>
            </a:r>
            <a:r>
              <a:rPr lang="en-US" dirty="0" err="1"/>
              <a:t>measurement.It</a:t>
            </a:r>
            <a:r>
              <a:rPr lang="en-US" dirty="0"/>
              <a:t> is utilized to determine the cylinder's weight in this project. The precision is less than 0.1 percent of the total scale.HX711 Amplifier is used to convert analog output of load cell into digital output.</a:t>
            </a:r>
          </a:p>
        </p:txBody>
      </p:sp>
      <p:pic>
        <p:nvPicPr>
          <p:cNvPr id="5" name="Picture 4">
            <a:extLst>
              <a:ext uri="{FF2B5EF4-FFF2-40B4-BE49-F238E27FC236}">
                <a16:creationId xmlns:a16="http://schemas.microsoft.com/office/drawing/2014/main" id="{C9DCF457-01B5-8213-E064-AB8453377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6490" y="3429001"/>
            <a:ext cx="5211097" cy="2676832"/>
          </a:xfrm>
          <a:prstGeom prst="rect">
            <a:avLst/>
          </a:prstGeom>
        </p:spPr>
      </p:pic>
    </p:spTree>
    <p:extLst>
      <p:ext uri="{BB962C8B-B14F-4D97-AF65-F5344CB8AC3E}">
        <p14:creationId xmlns:p14="http://schemas.microsoft.com/office/powerpoint/2010/main" val="1982720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CF4DE04-BFAE-EC38-0F60-9580744D1CFD}"/>
              </a:ext>
            </a:extLst>
          </p:cNvPr>
          <p:cNvSpPr txBox="1">
            <a:spLocks/>
          </p:cNvSpPr>
          <p:nvPr/>
        </p:nvSpPr>
        <p:spPr>
          <a:xfrm>
            <a:off x="995516" y="287867"/>
            <a:ext cx="10515600" cy="62210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MQ6 gas sensor:</a:t>
            </a:r>
          </a:p>
          <a:p>
            <a:pPr algn="just"/>
            <a:r>
              <a:rPr lang="en-US" dirty="0"/>
              <a:t>The MQ6 gas sensor is a module that detects gas in the air. There are various different forms of gas, and the gas sensors that the module can identify also differ. The MQ6 gas sensor can detect gases like Methane, Butane, LPG, Smoke, Carbon Monoxide, and other gases. The gas sensor is worked by using an electronic circuit that is delicate to the gas content in the air. Thereby, if gas concentration in the air increases, the output voltage increase, and if the gas concentration in the air decreases, the output voltage decreases.</a:t>
            </a:r>
          </a:p>
          <a:p>
            <a:pPr marL="0" indent="0">
              <a:buFont typeface="Arial" panose="020B0604020202020204" pitchFamily="34" charset="0"/>
              <a:buNone/>
            </a:pPr>
            <a:endParaRPr lang="en-US" dirty="0"/>
          </a:p>
        </p:txBody>
      </p:sp>
      <p:pic>
        <p:nvPicPr>
          <p:cNvPr id="3" name="Picture 2">
            <a:extLst>
              <a:ext uri="{FF2B5EF4-FFF2-40B4-BE49-F238E27FC236}">
                <a16:creationId xmlns:a16="http://schemas.microsoft.com/office/drawing/2014/main" id="{7039803C-5EBB-76D8-5A65-0DC65BBE7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6076" y="4021666"/>
            <a:ext cx="5482861" cy="2768599"/>
          </a:xfrm>
          <a:prstGeom prst="rect">
            <a:avLst/>
          </a:prstGeom>
        </p:spPr>
      </p:pic>
    </p:spTree>
    <p:extLst>
      <p:ext uri="{BB962C8B-B14F-4D97-AF65-F5344CB8AC3E}">
        <p14:creationId xmlns:p14="http://schemas.microsoft.com/office/powerpoint/2010/main" val="1818524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39A323-645B-4F81-AC58-15C00A0DA016}"/>
              </a:ext>
            </a:extLst>
          </p:cNvPr>
          <p:cNvSpPr>
            <a:spLocks noGrp="1"/>
          </p:cNvSpPr>
          <p:nvPr>
            <p:ph idx="1"/>
          </p:nvPr>
        </p:nvSpPr>
        <p:spPr>
          <a:xfrm>
            <a:off x="425245" y="285135"/>
            <a:ext cx="11560278" cy="6469625"/>
          </a:xfrm>
        </p:spPr>
        <p:txBody>
          <a:bodyPr>
            <a:normAutofit lnSpcReduction="10000"/>
          </a:bodyPr>
          <a:lstStyle/>
          <a:p>
            <a:pPr marL="0" indent="0">
              <a:buNone/>
            </a:pPr>
            <a:r>
              <a:rPr lang="en-US" sz="3000" b="1" dirty="0"/>
              <a:t>Flame sensor:</a:t>
            </a:r>
          </a:p>
          <a:p>
            <a:pPr algn="just"/>
            <a:r>
              <a:rPr lang="en-US" sz="3000" dirty="0"/>
              <a:t>Flame sensor module(</a:t>
            </a:r>
            <a:r>
              <a:rPr lang="en-US" sz="3000" b="1" dirty="0"/>
              <a:t>KY-026 sensor</a:t>
            </a:r>
            <a:r>
              <a:rPr lang="en-US" sz="3000" dirty="0"/>
              <a:t>) that includes a flame sensor (IR receiver), resister, capacitor, potentiometer, and LM393 comparator. With this sensor we can detect infrared light with a wavelength between 600 and 900 nanometers.</a:t>
            </a:r>
          </a:p>
          <a:p>
            <a:pPr algn="just"/>
            <a:r>
              <a:rPr lang="en-US" sz="3000" dirty="0"/>
              <a:t>The light detected in the form of infrared light is converted into current changes by the far-infrared flame probe.</a:t>
            </a:r>
          </a:p>
          <a:p>
            <a:pPr marL="0" indent="0">
              <a:buNone/>
            </a:pPr>
            <a:endParaRPr lang="en-US" sz="3000" dirty="0"/>
          </a:p>
          <a:p>
            <a:pPr marL="0" indent="0">
              <a:buNone/>
            </a:pPr>
            <a:endParaRPr lang="en-US" sz="3000" dirty="0"/>
          </a:p>
          <a:p>
            <a:pPr marL="0" indent="0">
              <a:buNone/>
            </a:pPr>
            <a:endParaRPr lang="en-US" sz="3000" dirty="0"/>
          </a:p>
          <a:p>
            <a:pPr marL="0" indent="0">
              <a:buNone/>
            </a:pPr>
            <a:endParaRPr lang="en-US" sz="3000" dirty="0"/>
          </a:p>
          <a:p>
            <a:pPr marL="0" indent="0" algn="just">
              <a:buNone/>
            </a:pPr>
            <a:r>
              <a:rPr lang="en-US" sz="3000" b="1" dirty="0"/>
              <a:t>Jumper wires:</a:t>
            </a:r>
          </a:p>
          <a:p>
            <a:pPr algn="just"/>
            <a:r>
              <a:rPr lang="en-US" sz="3000" dirty="0"/>
              <a:t>Jumper wires are used to connect electrical </a:t>
            </a:r>
            <a:r>
              <a:rPr lang="en-US" sz="3000" dirty="0" err="1"/>
              <a:t>components,test</a:t>
            </a:r>
            <a:r>
              <a:rPr lang="en-US" sz="3000" dirty="0"/>
              <a:t> </a:t>
            </a:r>
            <a:r>
              <a:rPr lang="en-US" sz="3000" dirty="0" err="1"/>
              <a:t>circuits,and</a:t>
            </a:r>
            <a:r>
              <a:rPr lang="en-US" sz="3000" dirty="0"/>
              <a:t> configure printed circuit boards.</a:t>
            </a:r>
          </a:p>
          <a:p>
            <a:pPr marL="0" indent="0">
              <a:buNone/>
            </a:pPr>
            <a:endParaRPr lang="en-US" sz="3000" dirty="0"/>
          </a:p>
          <a:p>
            <a:pPr marL="0" indent="0">
              <a:buNone/>
            </a:pPr>
            <a:endParaRPr lang="en-US" sz="3000" dirty="0"/>
          </a:p>
          <a:p>
            <a:pPr marL="0" indent="0">
              <a:buNone/>
            </a:pPr>
            <a:endParaRPr lang="en-US" sz="3000" dirty="0"/>
          </a:p>
        </p:txBody>
      </p:sp>
      <p:pic>
        <p:nvPicPr>
          <p:cNvPr id="7" name="Picture 6">
            <a:extLst>
              <a:ext uri="{FF2B5EF4-FFF2-40B4-BE49-F238E27FC236}">
                <a16:creationId xmlns:a16="http://schemas.microsoft.com/office/drawing/2014/main" id="{4856D67A-DFB9-6CEA-56C8-287847BA2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1329" y="3313471"/>
            <a:ext cx="3126658" cy="1376516"/>
          </a:xfrm>
          <a:prstGeom prst="rect">
            <a:avLst/>
          </a:prstGeom>
        </p:spPr>
      </p:pic>
    </p:spTree>
    <p:extLst>
      <p:ext uri="{BB962C8B-B14F-4D97-AF65-F5344CB8AC3E}">
        <p14:creationId xmlns:p14="http://schemas.microsoft.com/office/powerpoint/2010/main" val="3107506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238DE-6BFE-B3B9-8B98-8CB73E04AB14}"/>
              </a:ext>
            </a:extLst>
          </p:cNvPr>
          <p:cNvSpPr>
            <a:spLocks noGrp="1"/>
          </p:cNvSpPr>
          <p:nvPr>
            <p:ph type="ctrTitle"/>
          </p:nvPr>
        </p:nvSpPr>
        <p:spPr>
          <a:xfrm>
            <a:off x="1247954" y="613405"/>
            <a:ext cx="9144000" cy="654679"/>
          </a:xfrm>
        </p:spPr>
        <p:txBody>
          <a:bodyPr>
            <a:normAutofit/>
          </a:bodyPr>
          <a:lstStyle/>
          <a:p>
            <a:pPr algn="l"/>
            <a:r>
              <a:rPr lang="en-IN" sz="2800" b="1" dirty="0"/>
              <a:t>16x2 LCD Display:</a:t>
            </a:r>
          </a:p>
        </p:txBody>
      </p:sp>
      <p:sp>
        <p:nvSpPr>
          <p:cNvPr id="3" name="Subtitle 2">
            <a:extLst>
              <a:ext uri="{FF2B5EF4-FFF2-40B4-BE49-F238E27FC236}">
                <a16:creationId xmlns:a16="http://schemas.microsoft.com/office/drawing/2014/main" id="{B7747318-CB64-DC7C-0BB6-587B3A07D043}"/>
              </a:ext>
            </a:extLst>
          </p:cNvPr>
          <p:cNvSpPr>
            <a:spLocks noGrp="1"/>
          </p:cNvSpPr>
          <p:nvPr>
            <p:ph type="subTitle" idx="1"/>
          </p:nvPr>
        </p:nvSpPr>
        <p:spPr>
          <a:xfrm>
            <a:off x="842513" y="1374717"/>
            <a:ext cx="6584831" cy="4869877"/>
          </a:xfrm>
        </p:spPr>
        <p:txBody>
          <a:bodyPr>
            <a:normAutofit/>
          </a:bodyPr>
          <a:lstStyle/>
          <a:p>
            <a:pPr algn="just"/>
            <a:r>
              <a:rPr lang="en-US" dirty="0">
                <a:sym typeface="Wingdings" panose="05000000000000000000" pitchFamily="2" charset="2"/>
              </a:rPr>
              <a:t></a:t>
            </a:r>
            <a:r>
              <a:rPr lang="en-US" dirty="0"/>
              <a:t>A 16x2 LCD with an I2C interface simplifies wiring by using an I2C adapter (PCF8574), reducing the required connections to just four pins: VCC, GND, SDA, and SCL. It communicates with microcontrollers like Arduino via the I2C protocol, typically using addresses 0x27 or 0x3F. The LiquidCrystal_I2C library allows easy control with functions to initialize, turn on the backlight, and display text. A key advantage of I2C is that it enables multiple devices to share the same bus, making it efficient, scalable, and ideal for compact projects.</a:t>
            </a:r>
            <a:endParaRPr lang="en-IN" dirty="0"/>
          </a:p>
        </p:txBody>
      </p:sp>
      <p:pic>
        <p:nvPicPr>
          <p:cNvPr id="5" name="Picture 4">
            <a:extLst>
              <a:ext uri="{FF2B5EF4-FFF2-40B4-BE49-F238E27FC236}">
                <a16:creationId xmlns:a16="http://schemas.microsoft.com/office/drawing/2014/main" id="{5A165E1F-63AB-014D-38F4-9BC377A15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4968" y="1659624"/>
            <a:ext cx="3001991" cy="3415175"/>
          </a:xfrm>
          <a:prstGeom prst="rect">
            <a:avLst/>
          </a:prstGeom>
        </p:spPr>
      </p:pic>
    </p:spTree>
    <p:extLst>
      <p:ext uri="{BB962C8B-B14F-4D97-AF65-F5344CB8AC3E}">
        <p14:creationId xmlns:p14="http://schemas.microsoft.com/office/powerpoint/2010/main" val="2405272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9D38F942-B5DC-123F-CAB1-8BE26ED2B219}"/>
              </a:ext>
            </a:extLst>
          </p:cNvPr>
          <p:cNvSpPr>
            <a:spLocks noChangeArrowheads="1"/>
          </p:cNvSpPr>
          <p:nvPr/>
        </p:nvSpPr>
        <p:spPr bwMode="auto">
          <a:xfrm>
            <a:off x="4226943" y="1795443"/>
            <a:ext cx="790179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Network Support</a:t>
            </a:r>
            <a:r>
              <a:rPr kumimoji="0" lang="en-US" altLang="en-US" sz="1800" b="0" i="0" u="none" strike="noStrike" cap="none" normalizeH="0" baseline="0" dirty="0">
                <a:ln>
                  <a:noFill/>
                </a:ln>
                <a:solidFill>
                  <a:schemeClr val="tx1"/>
                </a:solidFill>
                <a:effectLst/>
                <a:latin typeface="Arial" panose="020B0604020202020204" pitchFamily="34" charset="0"/>
              </a:rPr>
              <a:t> – The A7670C is a 4G LTE Cat 1 module supporting LTE-TDD, LTE-FDD, GSM, GPRS, and EDGE networks.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Interfaces &amp; Compatibility</a:t>
            </a:r>
            <a:r>
              <a:rPr kumimoji="0" lang="en-US" altLang="en-US" sz="1800" b="0" i="0" u="none" strike="noStrike" cap="none" normalizeH="0" baseline="0" dirty="0">
                <a:ln>
                  <a:noFill/>
                </a:ln>
                <a:solidFill>
                  <a:schemeClr val="tx1"/>
                </a:solidFill>
                <a:effectLst/>
                <a:latin typeface="Arial" panose="020B0604020202020204" pitchFamily="34" charset="0"/>
              </a:rPr>
              <a:t> – It features UART, USB, I2C, and GPIO interfaces, and is compatible with SIM7000/SIM7070 modules for easy migration.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Rates &amp; Features</a:t>
            </a:r>
            <a:r>
              <a:rPr kumimoji="0" lang="en-US" altLang="en-US" sz="1800" b="0" i="0" u="none" strike="noStrike" cap="none" normalizeH="0" baseline="0" dirty="0">
                <a:ln>
                  <a:noFill/>
                </a:ln>
                <a:solidFill>
                  <a:schemeClr val="tx1"/>
                </a:solidFill>
                <a:effectLst/>
                <a:latin typeface="Arial" panose="020B0604020202020204" pitchFamily="34" charset="0"/>
              </a:rPr>
              <a:t> – Supports up to </a:t>
            </a:r>
            <a:r>
              <a:rPr kumimoji="0" lang="en-US" altLang="en-US" sz="1800" b="1" i="0" u="none" strike="noStrike" cap="none" normalizeH="0" baseline="0" dirty="0">
                <a:ln>
                  <a:noFill/>
                </a:ln>
                <a:solidFill>
                  <a:schemeClr val="tx1"/>
                </a:solidFill>
                <a:effectLst/>
                <a:latin typeface="Arial" panose="020B0604020202020204" pitchFamily="34" charset="0"/>
              </a:rPr>
              <a:t>10 Mbps (downlink) and 5 Mbps (uplink)</a:t>
            </a:r>
            <a:r>
              <a:rPr kumimoji="0" lang="en-US" altLang="en-US" sz="1800" b="0" i="0" u="none" strike="noStrike" cap="none" normalizeH="0" baseline="0" dirty="0">
                <a:ln>
                  <a:noFill/>
                </a:ln>
                <a:solidFill>
                  <a:schemeClr val="tx1"/>
                </a:solidFill>
                <a:effectLst/>
                <a:latin typeface="Arial" panose="020B0604020202020204" pitchFamily="34" charset="0"/>
              </a:rPr>
              <a:t>, with additional features like FOTA, LBS, and SSL for security and remote updates.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Applications</a:t>
            </a:r>
            <a:r>
              <a:rPr kumimoji="0" lang="en-US" altLang="en-US" sz="1800" b="0" i="0" u="none" strike="noStrike" cap="none" normalizeH="0" baseline="0" dirty="0">
                <a:ln>
                  <a:noFill/>
                </a:ln>
                <a:solidFill>
                  <a:schemeClr val="tx1"/>
                </a:solidFill>
                <a:effectLst/>
                <a:latin typeface="Arial" panose="020B0604020202020204" pitchFamily="34" charset="0"/>
              </a:rPr>
              <a:t> – Ideal for IoT, telematics, surveillance, POS systems, and industrial routers requiring moderate data transfer speeds.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Development Considerations</a:t>
            </a:r>
            <a:r>
              <a:rPr kumimoji="0" lang="en-US" altLang="en-US" sz="1800" b="0" i="0" u="none" strike="noStrike" cap="none" normalizeH="0" baseline="0" dirty="0">
                <a:ln>
                  <a:noFill/>
                </a:ln>
                <a:solidFill>
                  <a:schemeClr val="tx1"/>
                </a:solidFill>
                <a:effectLst/>
                <a:latin typeface="Arial" panose="020B0604020202020204" pitchFamily="34" charset="0"/>
              </a:rPr>
              <a:t> – Works with microcontrollers like Arduino but requires </a:t>
            </a:r>
            <a:r>
              <a:rPr kumimoji="0" lang="en-US" altLang="en-US" sz="1800" b="1" i="0" u="none" strike="noStrike" cap="none" normalizeH="0" baseline="0" dirty="0">
                <a:ln>
                  <a:noFill/>
                </a:ln>
                <a:solidFill>
                  <a:schemeClr val="tx1"/>
                </a:solidFill>
                <a:effectLst/>
                <a:latin typeface="Arial" panose="020B0604020202020204" pitchFamily="34" charset="0"/>
              </a:rPr>
              <a:t>logic level shifting (1.8V logic)</a:t>
            </a:r>
            <a:r>
              <a:rPr kumimoji="0" lang="en-US" altLang="en-US" sz="1800" b="0" i="0" u="none" strike="noStrike" cap="none" normalizeH="0" baseline="0" dirty="0">
                <a:ln>
                  <a:noFill/>
                </a:ln>
                <a:solidFill>
                  <a:schemeClr val="tx1"/>
                </a:solidFill>
                <a:effectLst/>
                <a:latin typeface="Arial" panose="020B0604020202020204" pitchFamily="34" charset="0"/>
              </a:rPr>
              <a:t> and proper power management</a:t>
            </a:r>
          </a:p>
        </p:txBody>
      </p:sp>
      <p:sp>
        <p:nvSpPr>
          <p:cNvPr id="4" name="TextBox 3">
            <a:extLst>
              <a:ext uri="{FF2B5EF4-FFF2-40B4-BE49-F238E27FC236}">
                <a16:creationId xmlns:a16="http://schemas.microsoft.com/office/drawing/2014/main" id="{25754936-C8EF-4973-B754-54F5BF70B804}"/>
              </a:ext>
            </a:extLst>
          </p:cNvPr>
          <p:cNvSpPr txBox="1"/>
          <p:nvPr/>
        </p:nvSpPr>
        <p:spPr>
          <a:xfrm>
            <a:off x="4951562" y="672860"/>
            <a:ext cx="2250937" cy="523220"/>
          </a:xfrm>
          <a:prstGeom prst="rect">
            <a:avLst/>
          </a:prstGeom>
          <a:noFill/>
        </p:spPr>
        <p:txBody>
          <a:bodyPr wrap="none" rtlCol="0">
            <a:spAutoFit/>
          </a:bodyPr>
          <a:lstStyle/>
          <a:p>
            <a:r>
              <a:rPr lang="en-IN" sz="2800" b="1" dirty="0"/>
              <a:t>GSM Module</a:t>
            </a:r>
          </a:p>
        </p:txBody>
      </p:sp>
      <p:pic>
        <p:nvPicPr>
          <p:cNvPr id="6" name="Picture 5">
            <a:extLst>
              <a:ext uri="{FF2B5EF4-FFF2-40B4-BE49-F238E27FC236}">
                <a16:creationId xmlns:a16="http://schemas.microsoft.com/office/drawing/2014/main" id="{724F9FFF-1D93-D832-F4FE-EFFBC6981E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399" y="1716657"/>
            <a:ext cx="3562274" cy="3835160"/>
          </a:xfrm>
          <a:prstGeom prst="rect">
            <a:avLst/>
          </a:prstGeom>
        </p:spPr>
      </p:pic>
    </p:spTree>
    <p:extLst>
      <p:ext uri="{BB962C8B-B14F-4D97-AF65-F5344CB8AC3E}">
        <p14:creationId xmlns:p14="http://schemas.microsoft.com/office/powerpoint/2010/main" val="2080325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91BB673-6117-616D-611D-B7839A946539}"/>
              </a:ext>
            </a:extLst>
          </p:cNvPr>
          <p:cNvSpPr>
            <a:spLocks noGrp="1"/>
          </p:cNvSpPr>
          <p:nvPr>
            <p:ph type="title"/>
          </p:nvPr>
        </p:nvSpPr>
        <p:spPr>
          <a:xfrm>
            <a:off x="838200" y="365125"/>
            <a:ext cx="10515600" cy="775417"/>
          </a:xfrm>
        </p:spPr>
        <p:txBody>
          <a:bodyPr/>
          <a:lstStyle/>
          <a:p>
            <a:pPr algn="ctr"/>
            <a:r>
              <a:rPr lang="en-US" b="1" dirty="0"/>
              <a:t>FLOW CHART</a:t>
            </a:r>
          </a:p>
        </p:txBody>
      </p:sp>
      <p:grpSp>
        <p:nvGrpSpPr>
          <p:cNvPr id="16" name="Group 15">
            <a:extLst>
              <a:ext uri="{FF2B5EF4-FFF2-40B4-BE49-F238E27FC236}">
                <a16:creationId xmlns:a16="http://schemas.microsoft.com/office/drawing/2014/main" id="{30AE9ADE-3850-8101-847A-7066C296C607}"/>
              </a:ext>
            </a:extLst>
          </p:cNvPr>
          <p:cNvGrpSpPr/>
          <p:nvPr/>
        </p:nvGrpSpPr>
        <p:grpSpPr>
          <a:xfrm>
            <a:off x="3614468" y="1140542"/>
            <a:ext cx="5158595" cy="4975586"/>
            <a:chOff x="3614468" y="1140542"/>
            <a:chExt cx="5158595" cy="4975586"/>
          </a:xfrm>
        </p:grpSpPr>
        <p:sp>
          <p:nvSpPr>
            <p:cNvPr id="2" name="Oval 1">
              <a:extLst>
                <a:ext uri="{FF2B5EF4-FFF2-40B4-BE49-F238E27FC236}">
                  <a16:creationId xmlns:a16="http://schemas.microsoft.com/office/drawing/2014/main" id="{2A4628BE-7254-7B92-358D-9E18FABC173D}"/>
                </a:ext>
              </a:extLst>
            </p:cNvPr>
            <p:cNvSpPr/>
            <p:nvPr/>
          </p:nvSpPr>
          <p:spPr>
            <a:xfrm>
              <a:off x="4485736" y="1140542"/>
              <a:ext cx="1716656" cy="455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Start Arduino</a:t>
              </a:r>
            </a:p>
          </p:txBody>
        </p:sp>
        <p:grpSp>
          <p:nvGrpSpPr>
            <p:cNvPr id="13" name="Group 12">
              <a:extLst>
                <a:ext uri="{FF2B5EF4-FFF2-40B4-BE49-F238E27FC236}">
                  <a16:creationId xmlns:a16="http://schemas.microsoft.com/office/drawing/2014/main" id="{86A8116A-4A37-C4FB-3567-F10D9E3D33CF}"/>
                </a:ext>
              </a:extLst>
            </p:cNvPr>
            <p:cNvGrpSpPr/>
            <p:nvPr/>
          </p:nvGrpSpPr>
          <p:grpSpPr>
            <a:xfrm>
              <a:off x="3614468" y="1595887"/>
              <a:ext cx="5158595" cy="4520241"/>
              <a:chOff x="3614468" y="1595887"/>
              <a:chExt cx="5158595" cy="4520241"/>
            </a:xfrm>
          </p:grpSpPr>
          <p:sp>
            <p:nvSpPr>
              <p:cNvPr id="3" name="Rectangle: Rounded Corners 2">
                <a:extLst>
                  <a:ext uri="{FF2B5EF4-FFF2-40B4-BE49-F238E27FC236}">
                    <a16:creationId xmlns:a16="http://schemas.microsoft.com/office/drawing/2014/main" id="{F7EE0644-7B6E-19FC-B91C-4AF4C2B4C405}"/>
                  </a:ext>
                </a:extLst>
              </p:cNvPr>
              <p:cNvSpPr/>
              <p:nvPr/>
            </p:nvSpPr>
            <p:spPr>
              <a:xfrm>
                <a:off x="3858284" y="1949570"/>
                <a:ext cx="2958861" cy="5262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ln w="0"/>
                    <a:solidFill>
                      <a:schemeClr val="tx1"/>
                    </a:solidFill>
                    <a:effectLst>
                      <a:outerShdw blurRad="38100" dist="19050" dir="2700000" algn="tl" rotWithShape="0">
                        <a:schemeClr val="dk1">
                          <a:alpha val="40000"/>
                        </a:schemeClr>
                      </a:outerShdw>
                    </a:effectLst>
                  </a:rPr>
                  <a:t>Check sensors and load cell outputs</a:t>
                </a:r>
              </a:p>
            </p:txBody>
          </p:sp>
          <p:sp>
            <p:nvSpPr>
              <p:cNvPr id="4" name="Rectangle: Rounded Corners 3">
                <a:extLst>
                  <a:ext uri="{FF2B5EF4-FFF2-40B4-BE49-F238E27FC236}">
                    <a16:creationId xmlns:a16="http://schemas.microsoft.com/office/drawing/2014/main" id="{AC6DCFF7-0077-F11F-D155-707362FEF948}"/>
                  </a:ext>
                </a:extLst>
              </p:cNvPr>
              <p:cNvSpPr/>
              <p:nvPr/>
            </p:nvSpPr>
            <p:spPr>
              <a:xfrm>
                <a:off x="4526831" y="2846717"/>
                <a:ext cx="1621766" cy="30192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Weight Calculation</a:t>
                </a:r>
              </a:p>
            </p:txBody>
          </p:sp>
          <p:sp>
            <p:nvSpPr>
              <p:cNvPr id="5" name="Diamond 4">
                <a:extLst>
                  <a:ext uri="{FF2B5EF4-FFF2-40B4-BE49-F238E27FC236}">
                    <a16:creationId xmlns:a16="http://schemas.microsoft.com/office/drawing/2014/main" id="{A0DDD7D3-099C-10F6-2E81-46534590BBF9}"/>
                  </a:ext>
                </a:extLst>
              </p:cNvPr>
              <p:cNvSpPr/>
              <p:nvPr/>
            </p:nvSpPr>
            <p:spPr>
              <a:xfrm>
                <a:off x="4697082" y="3519577"/>
                <a:ext cx="1293962" cy="845388"/>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If weight &lt;200g</a:t>
                </a:r>
              </a:p>
            </p:txBody>
          </p:sp>
          <p:sp>
            <p:nvSpPr>
              <p:cNvPr id="6" name="Diamond 5">
                <a:extLst>
                  <a:ext uri="{FF2B5EF4-FFF2-40B4-BE49-F238E27FC236}">
                    <a16:creationId xmlns:a16="http://schemas.microsoft.com/office/drawing/2014/main" id="{ADD4E316-B2D1-2EBE-A984-3A49DBF717EE}"/>
                  </a:ext>
                </a:extLst>
              </p:cNvPr>
              <p:cNvSpPr/>
              <p:nvPr/>
            </p:nvSpPr>
            <p:spPr>
              <a:xfrm>
                <a:off x="4533181" y="4891176"/>
                <a:ext cx="1621766" cy="931652"/>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If Fire/Leak is detected</a:t>
                </a:r>
              </a:p>
            </p:txBody>
          </p:sp>
          <p:sp>
            <p:nvSpPr>
              <p:cNvPr id="7" name="Rectangle 6">
                <a:extLst>
                  <a:ext uri="{FF2B5EF4-FFF2-40B4-BE49-F238E27FC236}">
                    <a16:creationId xmlns:a16="http://schemas.microsoft.com/office/drawing/2014/main" id="{D0D09C8D-E9BA-DF85-0A67-D70B2F0F1506}"/>
                  </a:ext>
                </a:extLst>
              </p:cNvPr>
              <p:cNvSpPr/>
              <p:nvPr/>
            </p:nvSpPr>
            <p:spPr>
              <a:xfrm>
                <a:off x="7065034" y="5128402"/>
                <a:ext cx="1388853"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100" dirty="0"/>
                  <a:t>Buzzer</a:t>
                </a:r>
              </a:p>
            </p:txBody>
          </p:sp>
          <p:sp>
            <p:nvSpPr>
              <p:cNvPr id="8" name="Rectangle 7">
                <a:extLst>
                  <a:ext uri="{FF2B5EF4-FFF2-40B4-BE49-F238E27FC236}">
                    <a16:creationId xmlns:a16="http://schemas.microsoft.com/office/drawing/2014/main" id="{2A3ED67E-39FD-F730-E88C-162BD5F3CDDB}"/>
                  </a:ext>
                </a:extLst>
              </p:cNvPr>
              <p:cNvSpPr/>
              <p:nvPr/>
            </p:nvSpPr>
            <p:spPr>
              <a:xfrm>
                <a:off x="6970142" y="3666226"/>
                <a:ext cx="1802921" cy="5520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Send SMS to gas agency number for booking</a:t>
                </a:r>
              </a:p>
            </p:txBody>
          </p:sp>
          <p:cxnSp>
            <p:nvCxnSpPr>
              <p:cNvPr id="11" name="Connector: Elbow 10">
                <a:extLst>
                  <a:ext uri="{FF2B5EF4-FFF2-40B4-BE49-F238E27FC236}">
                    <a16:creationId xmlns:a16="http://schemas.microsoft.com/office/drawing/2014/main" id="{2585D6EC-89D1-1ECE-6CBE-6DFC56D834AC}"/>
                  </a:ext>
                </a:extLst>
              </p:cNvPr>
              <p:cNvCxnSpPr>
                <a:stCxn id="2" idx="4"/>
                <a:endCxn id="3" idx="0"/>
              </p:cNvCxnSpPr>
              <p:nvPr/>
            </p:nvCxnSpPr>
            <p:spPr>
              <a:xfrm rot="5400000">
                <a:off x="5164049" y="1769554"/>
                <a:ext cx="353683" cy="634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D12BD283-C992-2312-526C-F34B77D5CC7D}"/>
                  </a:ext>
                </a:extLst>
              </p:cNvPr>
              <p:cNvCxnSpPr>
                <a:stCxn id="3" idx="2"/>
                <a:endCxn id="4" idx="0"/>
              </p:cNvCxnSpPr>
              <p:nvPr/>
            </p:nvCxnSpPr>
            <p:spPr>
              <a:xfrm rot="5400000">
                <a:off x="5152247" y="2661249"/>
                <a:ext cx="370936"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or: Elbow 17">
                <a:extLst>
                  <a:ext uri="{FF2B5EF4-FFF2-40B4-BE49-F238E27FC236}">
                    <a16:creationId xmlns:a16="http://schemas.microsoft.com/office/drawing/2014/main" id="{00A218C2-3412-B5EE-DB11-845D78EF0189}"/>
                  </a:ext>
                </a:extLst>
              </p:cNvPr>
              <p:cNvCxnSpPr>
                <a:stCxn id="4" idx="2"/>
                <a:endCxn id="5" idx="0"/>
              </p:cNvCxnSpPr>
              <p:nvPr/>
            </p:nvCxnSpPr>
            <p:spPr>
              <a:xfrm rot="16200000" flipH="1">
                <a:off x="5155421" y="3330934"/>
                <a:ext cx="370935" cy="634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Connector: Elbow 23">
                <a:extLst>
                  <a:ext uri="{FF2B5EF4-FFF2-40B4-BE49-F238E27FC236}">
                    <a16:creationId xmlns:a16="http://schemas.microsoft.com/office/drawing/2014/main" id="{327CCAFB-A7E1-9A8B-DE35-D4530B1A921F}"/>
                  </a:ext>
                </a:extLst>
              </p:cNvPr>
              <p:cNvCxnSpPr>
                <a:stCxn id="5" idx="3"/>
                <a:endCxn id="8" idx="1"/>
              </p:cNvCxnSpPr>
              <p:nvPr/>
            </p:nvCxnSpPr>
            <p:spPr>
              <a:xfrm>
                <a:off x="5991044" y="3942271"/>
                <a:ext cx="979098"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8F7231F-D56D-66AE-D71D-23A5C2B2DD96}"/>
                  </a:ext>
                </a:extLst>
              </p:cNvPr>
              <p:cNvCxnSpPr>
                <a:stCxn id="6" idx="3"/>
                <a:endCxn id="7" idx="1"/>
              </p:cNvCxnSpPr>
              <p:nvPr/>
            </p:nvCxnSpPr>
            <p:spPr>
              <a:xfrm>
                <a:off x="6154947" y="5357002"/>
                <a:ext cx="9100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or: Elbow 41">
                <a:extLst>
                  <a:ext uri="{FF2B5EF4-FFF2-40B4-BE49-F238E27FC236}">
                    <a16:creationId xmlns:a16="http://schemas.microsoft.com/office/drawing/2014/main" id="{8D9AC4A0-A0EB-36D3-C84B-741723215CB3}"/>
                  </a:ext>
                </a:extLst>
              </p:cNvPr>
              <p:cNvCxnSpPr>
                <a:cxnSpLocks/>
                <a:stCxn id="6" idx="2"/>
                <a:endCxn id="3" idx="1"/>
              </p:cNvCxnSpPr>
              <p:nvPr/>
            </p:nvCxnSpPr>
            <p:spPr>
              <a:xfrm rot="5400000" flipH="1">
                <a:off x="2796098" y="3274862"/>
                <a:ext cx="3610152" cy="1485780"/>
              </a:xfrm>
              <a:prstGeom prst="bentConnector4">
                <a:avLst>
                  <a:gd name="adj1" fmla="val -6332"/>
                  <a:gd name="adj2" fmla="val 115386"/>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C71D83B6-DD67-1D02-1AD7-649DE95EAD77}"/>
                  </a:ext>
                </a:extLst>
              </p:cNvPr>
              <p:cNvCxnSpPr>
                <a:cxnSpLocks/>
                <a:endCxn id="6" idx="1"/>
              </p:cNvCxnSpPr>
              <p:nvPr/>
            </p:nvCxnSpPr>
            <p:spPr>
              <a:xfrm rot="16200000" flipH="1">
                <a:off x="2850911" y="3674732"/>
                <a:ext cx="2874872" cy="48966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nector: Elbow 51">
                <a:extLst>
                  <a:ext uri="{FF2B5EF4-FFF2-40B4-BE49-F238E27FC236}">
                    <a16:creationId xmlns:a16="http://schemas.microsoft.com/office/drawing/2014/main" id="{A0371869-EEC5-11A1-F4AC-7E52AE1EAA64}"/>
                  </a:ext>
                </a:extLst>
              </p:cNvPr>
              <p:cNvCxnSpPr>
                <a:stCxn id="5" idx="1"/>
              </p:cNvCxnSpPr>
              <p:nvPr/>
            </p:nvCxnSpPr>
            <p:spPr>
              <a:xfrm rot="10800000" flipV="1">
                <a:off x="3614468" y="3942271"/>
                <a:ext cx="1082614"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587F562E-2440-D286-0C66-F4410F38EE58}"/>
                  </a:ext>
                </a:extLst>
              </p:cNvPr>
              <p:cNvSpPr/>
              <p:nvPr/>
            </p:nvSpPr>
            <p:spPr>
              <a:xfrm>
                <a:off x="7065034" y="5822828"/>
                <a:ext cx="1621766" cy="2933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Alert to user</a:t>
                </a:r>
              </a:p>
            </p:txBody>
          </p:sp>
          <p:cxnSp>
            <p:nvCxnSpPr>
              <p:cNvPr id="14" name="Connector: Elbow 13">
                <a:extLst>
                  <a:ext uri="{FF2B5EF4-FFF2-40B4-BE49-F238E27FC236}">
                    <a16:creationId xmlns:a16="http://schemas.microsoft.com/office/drawing/2014/main" id="{0AD1AB62-13CF-922E-52A3-808D65FD7936}"/>
                  </a:ext>
                </a:extLst>
              </p:cNvPr>
              <p:cNvCxnSpPr>
                <a:cxnSpLocks/>
                <a:endCxn id="10" idx="1"/>
              </p:cNvCxnSpPr>
              <p:nvPr/>
            </p:nvCxnSpPr>
            <p:spPr>
              <a:xfrm rot="16200000" flipH="1">
                <a:off x="6465497" y="5369941"/>
                <a:ext cx="612478" cy="58659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238686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8DE3-3116-E66B-DAEE-9DDE8A6D78E6}"/>
              </a:ext>
            </a:extLst>
          </p:cNvPr>
          <p:cNvSpPr>
            <a:spLocks noGrp="1"/>
          </p:cNvSpPr>
          <p:nvPr>
            <p:ph type="ctrTitle"/>
          </p:nvPr>
        </p:nvSpPr>
        <p:spPr>
          <a:xfrm>
            <a:off x="1524000" y="647911"/>
            <a:ext cx="9144000" cy="620173"/>
          </a:xfrm>
        </p:spPr>
        <p:txBody>
          <a:bodyPr>
            <a:normAutofit/>
          </a:bodyPr>
          <a:lstStyle/>
          <a:p>
            <a:r>
              <a:rPr lang="en-IN" sz="3200" b="1" dirty="0"/>
              <a:t>ADVANTAGES</a:t>
            </a:r>
          </a:p>
        </p:txBody>
      </p:sp>
      <p:sp>
        <p:nvSpPr>
          <p:cNvPr id="3" name="Subtitle 2">
            <a:extLst>
              <a:ext uri="{FF2B5EF4-FFF2-40B4-BE49-F238E27FC236}">
                <a16:creationId xmlns:a16="http://schemas.microsoft.com/office/drawing/2014/main" id="{0622C72D-84C2-B14A-96AF-7304F9212352}"/>
              </a:ext>
            </a:extLst>
          </p:cNvPr>
          <p:cNvSpPr>
            <a:spLocks noGrp="1"/>
          </p:cNvSpPr>
          <p:nvPr>
            <p:ph type="subTitle" idx="1"/>
          </p:nvPr>
        </p:nvSpPr>
        <p:spPr>
          <a:xfrm>
            <a:off x="1524000" y="1445433"/>
            <a:ext cx="9144000" cy="2332937"/>
          </a:xfrm>
        </p:spPr>
        <p:txBody>
          <a:bodyPr>
            <a:normAutofit/>
          </a:bodyPr>
          <a:lstStyle/>
          <a:p>
            <a:pPr marL="342900" indent="-342900" algn="l">
              <a:buFont typeface="Arial" panose="020B0604020202020204" pitchFamily="34" charset="0"/>
              <a:buChar char="•"/>
            </a:pPr>
            <a:r>
              <a:rPr lang="en-IN" dirty="0"/>
              <a:t>New cylinder is booked automatically when  the gas level is below the pre-defined threshold level and also sends alert to the user through SMS.</a:t>
            </a:r>
          </a:p>
          <a:p>
            <a:pPr marL="342900" indent="-342900" algn="l">
              <a:buFont typeface="Arial" panose="020B0604020202020204" pitchFamily="34" charset="0"/>
              <a:buChar char="•"/>
            </a:pPr>
            <a:r>
              <a:rPr lang="en-IN" dirty="0"/>
              <a:t>If any gas leakage or smoke is detected by the MQ-6 sensor GSM sends alert to the user.</a:t>
            </a:r>
          </a:p>
        </p:txBody>
      </p:sp>
    </p:spTree>
    <p:extLst>
      <p:ext uri="{BB962C8B-B14F-4D97-AF65-F5344CB8AC3E}">
        <p14:creationId xmlns:p14="http://schemas.microsoft.com/office/powerpoint/2010/main" val="2220921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CAC830-D339-53B5-9FEF-2B0B3E4DDA99}"/>
              </a:ext>
            </a:extLst>
          </p:cNvPr>
          <p:cNvSpPr>
            <a:spLocks noGrp="1"/>
          </p:cNvSpPr>
          <p:nvPr>
            <p:ph type="title"/>
          </p:nvPr>
        </p:nvSpPr>
        <p:spPr>
          <a:xfrm>
            <a:off x="838200" y="245806"/>
            <a:ext cx="10515600" cy="953730"/>
          </a:xfrm>
        </p:spPr>
        <p:txBody>
          <a:bodyPr/>
          <a:lstStyle/>
          <a:p>
            <a:pPr algn="ctr"/>
            <a:r>
              <a:rPr lang="en-US" b="1" dirty="0"/>
              <a:t>RESULT</a:t>
            </a:r>
          </a:p>
        </p:txBody>
      </p:sp>
      <p:pic>
        <p:nvPicPr>
          <p:cNvPr id="3" name="Picture 2">
            <a:extLst>
              <a:ext uri="{FF2B5EF4-FFF2-40B4-BE49-F238E27FC236}">
                <a16:creationId xmlns:a16="http://schemas.microsoft.com/office/drawing/2014/main" id="{4103F344-6427-2B9B-0F0E-0E96B303FB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977175" y="0"/>
            <a:ext cx="4237650" cy="6858000"/>
          </a:xfrm>
          <a:prstGeom prst="rect">
            <a:avLst/>
          </a:prstGeom>
        </p:spPr>
      </p:pic>
      <p:sp>
        <p:nvSpPr>
          <p:cNvPr id="5" name="TextBox 4">
            <a:extLst>
              <a:ext uri="{FF2B5EF4-FFF2-40B4-BE49-F238E27FC236}">
                <a16:creationId xmlns:a16="http://schemas.microsoft.com/office/drawing/2014/main" id="{B41D680D-F761-9C4E-3A07-55527D05C93C}"/>
              </a:ext>
            </a:extLst>
          </p:cNvPr>
          <p:cNvSpPr txBox="1"/>
          <p:nvPr/>
        </p:nvSpPr>
        <p:spPr>
          <a:xfrm>
            <a:off x="5153690" y="5903089"/>
            <a:ext cx="1884618" cy="369332"/>
          </a:xfrm>
          <a:prstGeom prst="rect">
            <a:avLst/>
          </a:prstGeom>
          <a:noFill/>
        </p:spPr>
        <p:txBody>
          <a:bodyPr wrap="none" rtlCol="0">
            <a:spAutoFit/>
          </a:bodyPr>
          <a:lstStyle/>
          <a:p>
            <a:r>
              <a:rPr lang="en-IN" dirty="0"/>
              <a:t>Figure - Overview</a:t>
            </a:r>
          </a:p>
        </p:txBody>
      </p:sp>
    </p:spTree>
    <p:extLst>
      <p:ext uri="{BB962C8B-B14F-4D97-AF65-F5344CB8AC3E}">
        <p14:creationId xmlns:p14="http://schemas.microsoft.com/office/powerpoint/2010/main" val="4130408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9643C-A69C-395C-ADB0-90717D5BECCD}"/>
              </a:ext>
            </a:extLst>
          </p:cNvPr>
          <p:cNvSpPr>
            <a:spLocks noGrp="1"/>
          </p:cNvSpPr>
          <p:nvPr>
            <p:ph type="title"/>
          </p:nvPr>
        </p:nvSpPr>
        <p:spPr/>
        <p:txBody>
          <a:bodyPr/>
          <a:lstStyle/>
          <a:p>
            <a:pPr algn="ctr"/>
            <a:r>
              <a:rPr lang="en-IN" dirty="0"/>
              <a:t>Result</a:t>
            </a:r>
          </a:p>
        </p:txBody>
      </p:sp>
      <p:pic>
        <p:nvPicPr>
          <p:cNvPr id="4" name="Picture 3">
            <a:extLst>
              <a:ext uri="{FF2B5EF4-FFF2-40B4-BE49-F238E27FC236}">
                <a16:creationId xmlns:a16="http://schemas.microsoft.com/office/drawing/2014/main" id="{1C51BD57-B186-FE36-6925-B2FE23DA8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8428" y="1181819"/>
            <a:ext cx="3178354" cy="5311056"/>
          </a:xfrm>
          <a:prstGeom prst="rect">
            <a:avLst/>
          </a:prstGeom>
        </p:spPr>
      </p:pic>
      <p:sp>
        <p:nvSpPr>
          <p:cNvPr id="5" name="TextBox 4">
            <a:extLst>
              <a:ext uri="{FF2B5EF4-FFF2-40B4-BE49-F238E27FC236}">
                <a16:creationId xmlns:a16="http://schemas.microsoft.com/office/drawing/2014/main" id="{9E2C6472-19ED-433F-D97B-180F7F1E91E7}"/>
              </a:ext>
            </a:extLst>
          </p:cNvPr>
          <p:cNvSpPr txBox="1"/>
          <p:nvPr/>
        </p:nvSpPr>
        <p:spPr>
          <a:xfrm>
            <a:off x="5218981" y="2044460"/>
            <a:ext cx="6034591" cy="2862322"/>
          </a:xfrm>
          <a:prstGeom prst="rect">
            <a:avLst/>
          </a:prstGeom>
          <a:noFill/>
        </p:spPr>
        <p:txBody>
          <a:bodyPr wrap="square" rtlCol="0">
            <a:spAutoFit/>
          </a:bodyPr>
          <a:lstStyle/>
          <a:p>
            <a:r>
              <a:rPr lang="en-IN" dirty="0">
                <a:sym typeface="Wingdings" panose="05000000000000000000" pitchFamily="2" charset="2"/>
              </a:rPr>
              <a:t></a:t>
            </a:r>
            <a:r>
              <a:rPr lang="en-IN" dirty="0"/>
              <a:t>SMS</a:t>
            </a:r>
            <a:r>
              <a:rPr lang="en-IN" b="1" dirty="0"/>
              <a:t>(</a:t>
            </a:r>
            <a:r>
              <a:rPr lang="en-IN" dirty="0"/>
              <a:t>contains </a:t>
            </a:r>
            <a:r>
              <a:rPr lang="en-IN" b="1" dirty="0"/>
              <a:t>Customer ID </a:t>
            </a:r>
            <a:r>
              <a:rPr lang="en-IN" dirty="0"/>
              <a:t>and </a:t>
            </a:r>
            <a:r>
              <a:rPr lang="en-IN" b="1" dirty="0"/>
              <a:t>Name)</a:t>
            </a:r>
            <a:r>
              <a:rPr lang="en-IN" dirty="0"/>
              <a:t> was sent to gas booking agency when the gas level is below 200g.</a:t>
            </a:r>
          </a:p>
          <a:p>
            <a:endParaRPr lang="en-IN" dirty="0"/>
          </a:p>
          <a:p>
            <a:r>
              <a:rPr lang="en-IN" dirty="0">
                <a:sym typeface="Wingdings" panose="05000000000000000000" pitchFamily="2" charset="2"/>
              </a:rPr>
              <a:t>Alert was sent to mobile when  the fire or the smoke is detected.</a:t>
            </a:r>
          </a:p>
          <a:p>
            <a:endParaRPr lang="en-IN" dirty="0">
              <a:sym typeface="Wingdings" panose="05000000000000000000" pitchFamily="2" charset="2"/>
            </a:endParaRPr>
          </a:p>
          <a:p>
            <a:r>
              <a:rPr lang="en-IN" dirty="0">
                <a:sym typeface="Wingdings" panose="05000000000000000000" pitchFamily="2" charset="2"/>
              </a:rPr>
              <a:t>When the fire is detected then the LED blinks.</a:t>
            </a:r>
          </a:p>
          <a:p>
            <a:endParaRPr lang="en-IN" dirty="0">
              <a:sym typeface="Wingdings" panose="05000000000000000000" pitchFamily="2" charset="2"/>
            </a:endParaRPr>
          </a:p>
          <a:p>
            <a:r>
              <a:rPr lang="en-IN" dirty="0">
                <a:sym typeface="Wingdings" panose="05000000000000000000" pitchFamily="2" charset="2"/>
              </a:rPr>
              <a:t>When smoke is detected then exhaust fan will on automatically and buzzer will turn on. </a:t>
            </a:r>
          </a:p>
        </p:txBody>
      </p:sp>
    </p:spTree>
    <p:extLst>
      <p:ext uri="{BB962C8B-B14F-4D97-AF65-F5344CB8AC3E}">
        <p14:creationId xmlns:p14="http://schemas.microsoft.com/office/powerpoint/2010/main" val="3438397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754DA-1869-AE71-2037-E7A79F45DCAD}"/>
              </a:ext>
            </a:extLst>
          </p:cNvPr>
          <p:cNvSpPr>
            <a:spLocks noGrp="1"/>
          </p:cNvSpPr>
          <p:nvPr>
            <p:ph type="title"/>
          </p:nvPr>
        </p:nvSpPr>
        <p:spPr>
          <a:xfrm>
            <a:off x="838200" y="1"/>
            <a:ext cx="10515600" cy="1012722"/>
          </a:xfrm>
        </p:spPr>
        <p:txBody>
          <a:bodyPr/>
          <a:lstStyle/>
          <a:p>
            <a:pPr algn="ctr"/>
            <a:r>
              <a:rPr lang="en-US" b="1" dirty="0"/>
              <a:t>REFERENCES</a:t>
            </a:r>
          </a:p>
        </p:txBody>
      </p:sp>
      <p:sp>
        <p:nvSpPr>
          <p:cNvPr id="7" name="Content Placeholder 6">
            <a:extLst>
              <a:ext uri="{FF2B5EF4-FFF2-40B4-BE49-F238E27FC236}">
                <a16:creationId xmlns:a16="http://schemas.microsoft.com/office/drawing/2014/main" id="{99D6E3F9-9ACE-4299-B843-9133CF4ED322}"/>
              </a:ext>
            </a:extLst>
          </p:cNvPr>
          <p:cNvSpPr>
            <a:spLocks noGrp="1"/>
          </p:cNvSpPr>
          <p:nvPr>
            <p:ph idx="1"/>
          </p:nvPr>
        </p:nvSpPr>
        <p:spPr>
          <a:xfrm>
            <a:off x="838200" y="943897"/>
            <a:ext cx="10515600" cy="5233066"/>
          </a:xfrm>
        </p:spPr>
        <p:txBody>
          <a:bodyPr/>
          <a:lstStyle/>
          <a:p>
            <a:pPr marL="514350" indent="-514350" algn="just">
              <a:buFont typeface="+mj-lt"/>
              <a:buAutoNum type="arabicPeriod"/>
            </a:pPr>
            <a:r>
              <a:rPr lang="en-US" dirty="0"/>
              <a:t>S., </a:t>
            </a:r>
            <a:r>
              <a:rPr lang="en-US" dirty="0" err="1"/>
              <a:t>Koushanfar</a:t>
            </a:r>
            <a:r>
              <a:rPr lang="en-US" dirty="0"/>
              <a:t>, F., </a:t>
            </a:r>
            <a:r>
              <a:rPr lang="en-US" dirty="0" err="1"/>
              <a:t>Kosterev</a:t>
            </a:r>
            <a:r>
              <a:rPr lang="en-US" dirty="0"/>
              <a:t>, A., Tittel, F., “LASERSPECK’S: Laser spectroscopic Trace-Gas Sensor Networks - Sensor Integration and Applications”, Information Processing in Sensor Networks, 2007. IPSN 2007. 6th International Symposium on, April 2007, p. 226 - 235, ISBN 978-1-59593-638-7 </a:t>
            </a:r>
          </a:p>
          <a:p>
            <a:pPr marL="514350" indent="-514350" algn="just">
              <a:buFont typeface="+mj-lt"/>
              <a:buAutoNum type="arabicPeriod"/>
            </a:pPr>
            <a:r>
              <a:rPr lang="en-US" dirty="0"/>
              <a:t>P. M. Vidya, S. Abinaya, G. G. Rajeswari, and N. Guna, “Automatic </a:t>
            </a:r>
            <a:r>
              <a:rPr lang="en-US" dirty="0" err="1"/>
              <a:t>Lpg</a:t>
            </a:r>
            <a:r>
              <a:rPr lang="en-US" dirty="0"/>
              <a:t> leakage detection and hazard prevention for home security,” in Proceeding of 5th National Conference on VLSI, Embedded and Communication &amp; Networks on April, vol. 7, 2014</a:t>
            </a:r>
          </a:p>
          <a:p>
            <a:pPr marL="0" indent="0">
              <a:buNone/>
            </a:pPr>
            <a:endParaRPr lang="en-US" dirty="0"/>
          </a:p>
        </p:txBody>
      </p:sp>
    </p:spTree>
    <p:extLst>
      <p:ext uri="{BB962C8B-B14F-4D97-AF65-F5344CB8AC3E}">
        <p14:creationId xmlns:p14="http://schemas.microsoft.com/office/powerpoint/2010/main" val="1571194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DBF7FC-153D-01E3-A43F-BC1DEC53CF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9" y="5860"/>
            <a:ext cx="12202439" cy="6852139"/>
          </a:xfrm>
          <a:prstGeom prst="rect">
            <a:avLst/>
          </a:prstGeom>
        </p:spPr>
      </p:pic>
      <p:pic>
        <p:nvPicPr>
          <p:cNvPr id="5" name="Picture 4">
            <a:extLst>
              <a:ext uri="{FF2B5EF4-FFF2-40B4-BE49-F238E27FC236}">
                <a16:creationId xmlns:a16="http://schemas.microsoft.com/office/drawing/2014/main" id="{ECDD9ADD-9F41-B23F-6611-A05DA54413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7" y="0"/>
            <a:ext cx="12201157" cy="6852140"/>
          </a:xfrm>
          <a:prstGeom prst="rect">
            <a:avLst/>
          </a:prstGeom>
        </p:spPr>
      </p:pic>
    </p:spTree>
    <p:extLst>
      <p:ext uri="{BB962C8B-B14F-4D97-AF65-F5344CB8AC3E}">
        <p14:creationId xmlns:p14="http://schemas.microsoft.com/office/powerpoint/2010/main" val="3614653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492</TotalTime>
  <Words>1517</Words>
  <Application>Microsoft Office PowerPoint</Application>
  <PresentationFormat>Widescreen</PresentationFormat>
  <Paragraphs>109</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Display</vt:lpstr>
      <vt:lpstr>Arial</vt:lpstr>
      <vt:lpstr>Google Sans</vt:lpstr>
      <vt:lpstr>Times New Roman</vt:lpstr>
      <vt:lpstr>Wingdings</vt:lpstr>
      <vt:lpstr>Office Theme</vt:lpstr>
      <vt:lpstr>IOT-BASED GAS LEVEL DETECTION AND AUTOMATED BOOKING SYSTEM WITH SMOKE DETECTION</vt:lpstr>
      <vt:lpstr>CONTENTS</vt:lpstr>
      <vt:lpstr>INTRODUCTION</vt:lpstr>
      <vt:lpstr>EXISTING METHODS(literature survey)</vt:lpstr>
      <vt:lpstr>PowerPoint Presentation</vt:lpstr>
      <vt:lpstr>PROPOSED METHOD </vt:lpstr>
      <vt:lpstr>PowerPoint Presentation</vt:lpstr>
      <vt:lpstr>COMPONENTS</vt:lpstr>
      <vt:lpstr>PowerPoint Presentation</vt:lpstr>
      <vt:lpstr>PowerPoint Presentation</vt:lpstr>
      <vt:lpstr>PowerPoint Presentation</vt:lpstr>
      <vt:lpstr>PowerPoint Presentation</vt:lpstr>
      <vt:lpstr>16x2 LCD Display:</vt:lpstr>
      <vt:lpstr>PowerPoint Presentation</vt:lpstr>
      <vt:lpstr>FLOW CHART</vt:lpstr>
      <vt:lpstr>ADVANTAGES</vt:lpstr>
      <vt:lpstr>RESULT</vt:lpstr>
      <vt:lpstr>Result</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vikash atapakala</dc:creator>
  <cp:lastModifiedBy>vikash atapakala</cp:lastModifiedBy>
  <cp:revision>10</cp:revision>
  <dcterms:created xsi:type="dcterms:W3CDTF">2025-02-20T04:26:43Z</dcterms:created>
  <dcterms:modified xsi:type="dcterms:W3CDTF">2025-04-16T15:27:12Z</dcterms:modified>
</cp:coreProperties>
</file>